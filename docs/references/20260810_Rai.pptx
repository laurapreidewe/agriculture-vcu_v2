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3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736" r:id="rId2"/>
    <p:sldId id="1041" r:id="rId3"/>
    <p:sldId id="1062" r:id="rId4"/>
    <p:sldId id="1057" r:id="rId5"/>
    <p:sldId id="1063" r:id="rId6"/>
    <p:sldId id="1065" r:id="rId7"/>
    <p:sldId id="1058" r:id="rId8"/>
    <p:sldId id="1047" r:id="rId9"/>
    <p:sldId id="1064" r:id="rId10"/>
    <p:sldId id="1067" r:id="rId11"/>
    <p:sldId id="1066" r:id="rId12"/>
    <p:sldId id="1068" r:id="rId13"/>
  </p:sldIdLst>
  <p:sldSz cx="9144000" cy="5143500" type="screen16x9"/>
  <p:notesSz cx="6858000" cy="9144000"/>
  <p:embeddedFontLst>
    <p:embeddedFont>
      <p:font typeface="CMU Sans Serif" panose="02000603000000000000" pitchFamily="2" charset="0"/>
      <p:regular r:id="rId16"/>
      <p:bold r:id="rId17"/>
      <p:italic r:id="rId18"/>
      <p:boldItalic r:id="rId19"/>
    </p:embeddedFont>
    <p:embeddedFont>
      <p:font typeface="CMU SANS SERIF MEDIUM" panose="02000603000000000000" pitchFamily="2" charset="0"/>
      <p:regular r:id="rId20"/>
    </p:embeddedFont>
    <p:embeddedFont>
      <p:font typeface="Fira Sans Extra Condensed" panose="020B0503050000020004" pitchFamily="34" charset="0"/>
      <p:regular r:id="rId21"/>
      <p:bold r:id="rId22"/>
      <p:italic r:id="rId23"/>
      <p:boldItalic r:id="rId24"/>
    </p:embeddedFont>
    <p:embeddedFont>
      <p:font typeface="Fira Sans Extra Condensed SemiBold" panose="020B0604020202020204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程偉軒" initials="程偉軒" lastIdx="2" clrIdx="0">
    <p:extLst>
      <p:ext uri="{19B8F6BF-5375-455C-9EA6-DF929625EA0E}">
        <p15:presenceInfo xmlns:p15="http://schemas.microsoft.com/office/powerpoint/2012/main" userId="程偉軒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98DE"/>
    <a:srgbClr val="FFFFFF"/>
    <a:srgbClr val="00C048"/>
    <a:srgbClr val="F66217"/>
    <a:srgbClr val="0000FF"/>
    <a:srgbClr val="FF0000"/>
    <a:srgbClr val="02FF00"/>
    <a:srgbClr val="397DD7"/>
    <a:srgbClr val="02F704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45" autoAdjust="0"/>
    <p:restoredTop sz="92026" autoAdjust="0"/>
  </p:normalViewPr>
  <p:slideViewPr>
    <p:cSldViewPr snapToGrid="0">
      <p:cViewPr varScale="1">
        <p:scale>
          <a:sx n="96" d="100"/>
          <a:sy n="96" d="100"/>
        </p:scale>
        <p:origin x="1234" y="67"/>
      </p:cViewPr>
      <p:guideLst>
        <p:guide orient="horz" pos="162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3245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 ." userId="fd30153d39ea34c2" providerId="LiveId" clId="{46540742-EECC-4139-BFDD-4F2F4DE237E4}"/>
    <pc:docChg chg="undo redo custSel addSld delSld modSld sldOrd">
      <pc:chgData name="rai ." userId="fd30153d39ea34c2" providerId="LiveId" clId="{46540742-EECC-4139-BFDD-4F2F4DE237E4}" dt="2026-08-14T07:40:00.807" v="46063" actId="47"/>
      <pc:docMkLst>
        <pc:docMk/>
      </pc:docMkLst>
      <pc:sldChg chg="modSp mod">
        <pc:chgData name="rai ." userId="fd30153d39ea34c2" providerId="LiveId" clId="{46540742-EECC-4139-BFDD-4F2F4DE237E4}" dt="2026-08-04T16:27:27.953" v="41684" actId="20577"/>
        <pc:sldMkLst>
          <pc:docMk/>
          <pc:sldMk cId="0" sldId="736"/>
        </pc:sldMkLst>
        <pc:spChg chg="mod">
          <ac:chgData name="rai ." userId="fd30153d39ea34c2" providerId="LiveId" clId="{46540742-EECC-4139-BFDD-4F2F4DE237E4}" dt="2026-08-04T16:27:08.363" v="41654" actId="20577"/>
          <ac:spMkLst>
            <pc:docMk/>
            <pc:sldMk cId="0" sldId="736"/>
            <ac:spMk id="55" creationId="{00000000-0000-0000-0000-000000000000}"/>
          </ac:spMkLst>
        </pc:spChg>
        <pc:spChg chg="mod">
          <ac:chgData name="rai ." userId="fd30153d39ea34c2" providerId="LiveId" clId="{46540742-EECC-4139-BFDD-4F2F4DE237E4}" dt="2026-08-04T16:27:27.953" v="41684" actId="20577"/>
          <ac:spMkLst>
            <pc:docMk/>
            <pc:sldMk cId="0" sldId="736"/>
            <ac:spMk id="56" creationId="{00000000-0000-0000-0000-000000000000}"/>
          </ac:spMkLst>
        </pc:spChg>
      </pc:sldChg>
      <pc:sldChg chg="delSp modSp mod">
        <pc:chgData name="rai ." userId="fd30153d39ea34c2" providerId="LiveId" clId="{46540742-EECC-4139-BFDD-4F2F4DE237E4}" dt="2026-08-04T16:28:13.831" v="41696" actId="1076"/>
        <pc:sldMkLst>
          <pc:docMk/>
          <pc:sldMk cId="2733615690" sldId="1041"/>
        </pc:sldMkLst>
        <pc:spChg chg="mod">
          <ac:chgData name="rai ." userId="fd30153d39ea34c2" providerId="LiveId" clId="{46540742-EECC-4139-BFDD-4F2F4DE237E4}" dt="2026-08-04T16:27:42.675" v="41686" actId="6549"/>
          <ac:spMkLst>
            <pc:docMk/>
            <pc:sldMk cId="2733615690" sldId="1041"/>
            <ac:spMk id="6" creationId="{E221290C-0FD9-4F70-ACBB-27F270EA6BA9}"/>
          </ac:spMkLst>
        </pc:spChg>
        <pc:spChg chg="mod">
          <ac:chgData name="rai ." userId="fd30153d39ea34c2" providerId="LiveId" clId="{46540742-EECC-4139-BFDD-4F2F4DE237E4}" dt="2026-08-04T16:27:55.140" v="41688" actId="20577"/>
          <ac:spMkLst>
            <pc:docMk/>
            <pc:sldMk cId="2733615690" sldId="1041"/>
            <ac:spMk id="16" creationId="{B6D5D30B-095A-5C66-9DB5-981EF24102D9}"/>
          </ac:spMkLst>
        </pc:spChg>
        <pc:picChg chg="mod">
          <ac:chgData name="rai ." userId="fd30153d39ea34c2" providerId="LiveId" clId="{46540742-EECC-4139-BFDD-4F2F4DE237E4}" dt="2026-08-04T16:28:02.829" v="41694" actId="14100"/>
          <ac:picMkLst>
            <pc:docMk/>
            <pc:sldMk cId="2733615690" sldId="1041"/>
            <ac:picMk id="3" creationId="{0F7ED402-FB31-293C-C028-E3EEFE7D69B8}"/>
          </ac:picMkLst>
        </pc:picChg>
        <pc:picChg chg="mod">
          <ac:chgData name="rai ." userId="fd30153d39ea34c2" providerId="LiveId" clId="{46540742-EECC-4139-BFDD-4F2F4DE237E4}" dt="2026-08-04T16:28:13.831" v="41696" actId="1076"/>
          <ac:picMkLst>
            <pc:docMk/>
            <pc:sldMk cId="2733615690" sldId="1041"/>
            <ac:picMk id="4" creationId="{107D8C57-02A5-34DF-8179-A6170078DB8F}"/>
          </ac:picMkLst>
        </pc:picChg>
      </pc:sldChg>
      <pc:sldChg chg="addSp delSp modSp mod modShow">
        <pc:chgData name="rai ." userId="fd30153d39ea34c2" providerId="LiveId" clId="{46540742-EECC-4139-BFDD-4F2F4DE237E4}" dt="2026-08-06T14:16:10.640" v="42937" actId="20577"/>
        <pc:sldMkLst>
          <pc:docMk/>
          <pc:sldMk cId="2136699290" sldId="1047"/>
        </pc:sldMkLst>
        <pc:spChg chg="add mod">
          <ac:chgData name="rai ." userId="fd30153d39ea34c2" providerId="LiveId" clId="{46540742-EECC-4139-BFDD-4F2F4DE237E4}" dt="2026-08-06T04:24:19.473" v="42868" actId="1076"/>
          <ac:spMkLst>
            <pc:docMk/>
            <pc:sldMk cId="2136699290" sldId="1047"/>
            <ac:spMk id="6" creationId="{13962F7B-5F4E-9A9E-11C4-F779FA231F83}"/>
          </ac:spMkLst>
        </pc:spChg>
        <pc:spChg chg="mod">
          <ac:chgData name="rai ." userId="fd30153d39ea34c2" providerId="LiveId" clId="{46540742-EECC-4139-BFDD-4F2F4DE237E4}" dt="2026-08-06T14:16:10.640" v="42937" actId="20577"/>
          <ac:spMkLst>
            <pc:docMk/>
            <pc:sldMk cId="2136699290" sldId="1047"/>
            <ac:spMk id="13" creationId="{EE2DDD8A-65A2-59A4-C8ED-ADA1F8F6FB54}"/>
          </ac:spMkLst>
        </pc:spChg>
        <pc:spChg chg="add mod">
          <ac:chgData name="rai ." userId="fd30153d39ea34c2" providerId="LiveId" clId="{46540742-EECC-4139-BFDD-4F2F4DE237E4}" dt="2026-08-06T02:24:59.855" v="42614" actId="1076"/>
          <ac:spMkLst>
            <pc:docMk/>
            <pc:sldMk cId="2136699290" sldId="1047"/>
            <ac:spMk id="15" creationId="{8AD49710-2FD7-4D6E-E43C-4F8D778BBB64}"/>
          </ac:spMkLst>
        </pc:spChg>
        <pc:spChg chg="mod">
          <ac:chgData name="rai ." userId="fd30153d39ea34c2" providerId="LiveId" clId="{46540742-EECC-4139-BFDD-4F2F4DE237E4}" dt="2026-08-05T19:49:14.843" v="42298" actId="20577"/>
          <ac:spMkLst>
            <pc:docMk/>
            <pc:sldMk cId="2136699290" sldId="1047"/>
            <ac:spMk id="16" creationId="{6E5B0D41-B1B5-1373-B45A-B29147D69ECB}"/>
          </ac:spMkLst>
        </pc:spChg>
        <pc:spChg chg="add mod">
          <ac:chgData name="rai ." userId="fd30153d39ea34c2" providerId="LiveId" clId="{46540742-EECC-4139-BFDD-4F2F4DE237E4}" dt="2026-08-06T02:25:21.059" v="42623" actId="1076"/>
          <ac:spMkLst>
            <pc:docMk/>
            <pc:sldMk cId="2136699290" sldId="1047"/>
            <ac:spMk id="17" creationId="{86F74BCC-FA53-F4AD-7058-5C008E82A6B1}"/>
          </ac:spMkLst>
        </pc:spChg>
        <pc:picChg chg="add mod modCrop">
          <ac:chgData name="rai ." userId="fd30153d39ea34c2" providerId="LiveId" clId="{46540742-EECC-4139-BFDD-4F2F4DE237E4}" dt="2026-08-06T04:24:19.473" v="42868" actId="1076"/>
          <ac:picMkLst>
            <pc:docMk/>
            <pc:sldMk cId="2136699290" sldId="1047"/>
            <ac:picMk id="4" creationId="{F2B837BA-6066-9DC3-D286-C848287BC16D}"/>
          </ac:picMkLst>
        </pc:picChg>
        <pc:picChg chg="add mod">
          <ac:chgData name="rai ." userId="fd30153d39ea34c2" providerId="LiveId" clId="{46540742-EECC-4139-BFDD-4F2F4DE237E4}" dt="2026-08-05T21:16:38.423" v="42592" actId="1076"/>
          <ac:picMkLst>
            <pc:docMk/>
            <pc:sldMk cId="2136699290" sldId="1047"/>
            <ac:picMk id="10" creationId="{CAA3F976-05F9-6E5C-D495-4BEF473B8DA6}"/>
          </ac:picMkLst>
        </pc:picChg>
        <pc:picChg chg="add mod">
          <ac:chgData name="rai ." userId="fd30153d39ea34c2" providerId="LiveId" clId="{46540742-EECC-4139-BFDD-4F2F4DE237E4}" dt="2026-08-06T02:24:19.370" v="42598" actId="1076"/>
          <ac:picMkLst>
            <pc:docMk/>
            <pc:sldMk cId="2136699290" sldId="1047"/>
            <ac:picMk id="14" creationId="{C31539F9-CBC8-1269-4D01-A4A2D0A943C3}"/>
          </ac:picMkLst>
        </pc:picChg>
      </pc:sldChg>
      <pc:sldChg chg="add">
        <pc:chgData name="rai ." userId="fd30153d39ea34c2" providerId="LiveId" clId="{46540742-EECC-4139-BFDD-4F2F4DE237E4}" dt="2026-08-05T19:46:30.269" v="42286"/>
        <pc:sldMkLst>
          <pc:docMk/>
          <pc:sldMk cId="1560869621" sldId="1057"/>
        </pc:sldMkLst>
      </pc:sldChg>
      <pc:sldChg chg="modSp add mod">
        <pc:chgData name="rai ." userId="fd30153d39ea34c2" providerId="LiveId" clId="{46540742-EECC-4139-BFDD-4F2F4DE237E4}" dt="2026-08-05T19:49:36.122" v="42309" actId="20577"/>
        <pc:sldMkLst>
          <pc:docMk/>
          <pc:sldMk cId="929324246" sldId="1058"/>
        </pc:sldMkLst>
        <pc:spChg chg="mod">
          <ac:chgData name="rai ." userId="fd30153d39ea34c2" providerId="LiveId" clId="{46540742-EECC-4139-BFDD-4F2F4DE237E4}" dt="2026-08-05T19:49:36.122" v="42309" actId="20577"/>
          <ac:spMkLst>
            <pc:docMk/>
            <pc:sldMk cId="929324246" sldId="1058"/>
            <ac:spMk id="16" creationId="{CB989BF7-48C2-37D9-D643-CC0D990BB9CB}"/>
          </ac:spMkLst>
        </pc:spChg>
      </pc:sldChg>
      <pc:sldChg chg="modSp mod">
        <pc:chgData name="rai ." userId="fd30153d39ea34c2" providerId="LiveId" clId="{46540742-EECC-4139-BFDD-4F2F4DE237E4}" dt="2026-08-07T08:38:16.966" v="44910" actId="20577"/>
        <pc:sldMkLst>
          <pc:docMk/>
          <pc:sldMk cId="1348273833" sldId="1062"/>
        </pc:sldMkLst>
        <pc:spChg chg="mod">
          <ac:chgData name="rai ." userId="fd30153d39ea34c2" providerId="LiveId" clId="{46540742-EECC-4139-BFDD-4F2F4DE237E4}" dt="2026-08-07T08:38:16.966" v="44910" actId="20577"/>
          <ac:spMkLst>
            <pc:docMk/>
            <pc:sldMk cId="1348273833" sldId="1062"/>
            <ac:spMk id="7" creationId="{84708E99-C223-7126-9E08-330B376E283B}"/>
          </ac:spMkLst>
        </pc:spChg>
        <pc:spChg chg="mod">
          <ac:chgData name="rai ." userId="fd30153d39ea34c2" providerId="LiveId" clId="{46540742-EECC-4139-BFDD-4F2F4DE237E4}" dt="2026-08-04T16:37:31.378" v="41800" actId="20577"/>
          <ac:spMkLst>
            <pc:docMk/>
            <pc:sldMk cId="1348273833" sldId="1062"/>
            <ac:spMk id="16" creationId="{84F5D988-81CA-BB91-F347-BEFAD3A47ED5}"/>
          </ac:spMkLst>
        </pc:spChg>
      </pc:sldChg>
      <pc:sldChg chg="modSp add mod">
        <pc:chgData name="rai ." userId="fd30153d39ea34c2" providerId="LiveId" clId="{46540742-EECC-4139-BFDD-4F2F4DE237E4}" dt="2026-08-05T19:49:46.230" v="42319" actId="20577"/>
        <pc:sldMkLst>
          <pc:docMk/>
          <pc:sldMk cId="3724112831" sldId="1063"/>
        </pc:sldMkLst>
        <pc:spChg chg="mod">
          <ac:chgData name="rai ." userId="fd30153d39ea34c2" providerId="LiveId" clId="{46540742-EECC-4139-BFDD-4F2F4DE237E4}" dt="2026-08-05T19:49:46.230" v="42319" actId="20577"/>
          <ac:spMkLst>
            <pc:docMk/>
            <pc:sldMk cId="3724112831" sldId="1063"/>
            <ac:spMk id="16" creationId="{0FC87A46-9FCE-CA5F-BD4E-A52E82561AEC}"/>
          </ac:spMkLst>
        </pc:spChg>
      </pc:sldChg>
      <pc:sldChg chg="addSp delSp modSp add mod">
        <pc:chgData name="rai ." userId="fd30153d39ea34c2" providerId="LiveId" clId="{46540742-EECC-4139-BFDD-4F2F4DE237E4}" dt="2026-08-06T15:23:27.662" v="43199" actId="14100"/>
        <pc:sldMkLst>
          <pc:docMk/>
          <pc:sldMk cId="2765004177" sldId="1064"/>
        </pc:sldMkLst>
        <pc:spChg chg="mod">
          <ac:chgData name="rai ." userId="fd30153d39ea34c2" providerId="LiveId" clId="{46540742-EECC-4139-BFDD-4F2F4DE237E4}" dt="2026-08-06T13:27:50.534" v="42903" actId="20577"/>
          <ac:spMkLst>
            <pc:docMk/>
            <pc:sldMk cId="2765004177" sldId="1064"/>
            <ac:spMk id="13" creationId="{CD52D8D6-9C59-EE31-29F6-40796EDAF937}"/>
          </ac:spMkLst>
        </pc:spChg>
        <pc:spChg chg="mod">
          <ac:chgData name="rai ." userId="fd30153d39ea34c2" providerId="LiveId" clId="{46540742-EECC-4139-BFDD-4F2F4DE237E4}" dt="2026-08-06T03:50:34.383" v="42654" actId="20577"/>
          <ac:spMkLst>
            <pc:docMk/>
            <pc:sldMk cId="2765004177" sldId="1064"/>
            <ac:spMk id="16" creationId="{E26AE334-5582-5476-BE56-FA5513012A6C}"/>
          </ac:spMkLst>
        </pc:spChg>
        <pc:spChg chg="add mod">
          <ac:chgData name="rai ." userId="fd30153d39ea34c2" providerId="LiveId" clId="{46540742-EECC-4139-BFDD-4F2F4DE237E4}" dt="2026-08-06T15:23:27.662" v="43199" actId="14100"/>
          <ac:spMkLst>
            <pc:docMk/>
            <pc:sldMk cId="2765004177" sldId="1064"/>
            <ac:spMk id="29" creationId="{23217038-D161-9409-E19C-7E2C58D65845}"/>
          </ac:spMkLst>
        </pc:spChg>
        <pc:picChg chg="add mod">
          <ac:chgData name="rai ." userId="fd30153d39ea34c2" providerId="LiveId" clId="{46540742-EECC-4139-BFDD-4F2F4DE237E4}" dt="2026-08-06T04:00:46.658" v="42668" actId="1076"/>
          <ac:picMkLst>
            <pc:docMk/>
            <pc:sldMk cId="2765004177" sldId="1064"/>
            <ac:picMk id="11" creationId="{45CCAA7A-2695-704D-6533-884FC6953D49}"/>
          </ac:picMkLst>
        </pc:picChg>
        <pc:picChg chg="add mod ord">
          <ac:chgData name="rai ." userId="fd30153d39ea34c2" providerId="LiveId" clId="{46540742-EECC-4139-BFDD-4F2F4DE237E4}" dt="2026-08-06T13:28:22.694" v="42913" actId="170"/>
          <ac:picMkLst>
            <pc:docMk/>
            <pc:sldMk cId="2765004177" sldId="1064"/>
            <ac:picMk id="18" creationId="{305FE935-9B34-3C10-D702-5F5A55AB68C3}"/>
          </ac:picMkLst>
        </pc:picChg>
        <pc:picChg chg="add mod modCrop">
          <ac:chgData name="rai ." userId="fd30153d39ea34c2" providerId="LiveId" clId="{46540742-EECC-4139-BFDD-4F2F4DE237E4}" dt="2026-08-06T13:28:07.750" v="42909" actId="1076"/>
          <ac:picMkLst>
            <pc:docMk/>
            <pc:sldMk cId="2765004177" sldId="1064"/>
            <ac:picMk id="20" creationId="{DE0FACBA-6127-1ACF-80C8-EB6352BE7ECE}"/>
          </ac:picMkLst>
        </pc:picChg>
        <pc:inkChg chg="add mod">
          <ac:chgData name="rai ." userId="fd30153d39ea34c2" providerId="LiveId" clId="{46540742-EECC-4139-BFDD-4F2F4DE237E4}" dt="2026-08-06T13:29:16.934" v="42920" actId="14100"/>
          <ac:inkMkLst>
            <pc:docMk/>
            <pc:sldMk cId="2765004177" sldId="1064"/>
            <ac:inkMk id="23" creationId="{CBE666E7-D807-69CB-4F06-C97DD4D46234}"/>
          </ac:inkMkLst>
        </pc:inkChg>
        <pc:cxnChg chg="add mod">
          <ac:chgData name="rai ." userId="fd30153d39ea34c2" providerId="LiveId" clId="{46540742-EECC-4139-BFDD-4F2F4DE237E4}" dt="2026-08-06T15:15:30.012" v="42955" actId="14100"/>
          <ac:cxnSpMkLst>
            <pc:docMk/>
            <pc:sldMk cId="2765004177" sldId="1064"/>
            <ac:cxnSpMk id="27" creationId="{C7D42629-3870-5FEB-C89B-A9A4BCBB8570}"/>
          </ac:cxnSpMkLst>
        </pc:cxnChg>
      </pc:sldChg>
      <pc:sldChg chg="addSp delSp modSp add mod ord">
        <pc:chgData name="rai ." userId="fd30153d39ea34c2" providerId="LiveId" clId="{46540742-EECC-4139-BFDD-4F2F4DE237E4}" dt="2026-08-07T07:12:28.867" v="44340"/>
        <pc:sldMkLst>
          <pc:docMk/>
          <pc:sldMk cId="2458145845" sldId="1065"/>
        </pc:sldMkLst>
        <pc:spChg chg="mod">
          <ac:chgData name="rai ." userId="fd30153d39ea34c2" providerId="LiveId" clId="{46540742-EECC-4139-BFDD-4F2F4DE237E4}" dt="2026-08-07T07:10:03.616" v="44306" actId="20577"/>
          <ac:spMkLst>
            <pc:docMk/>
            <pc:sldMk cId="2458145845" sldId="1065"/>
            <ac:spMk id="6" creationId="{A1641157-7884-473C-04FF-94E98145400A}"/>
          </ac:spMkLst>
        </pc:spChg>
        <pc:spChg chg="mod">
          <ac:chgData name="rai ." userId="fd30153d39ea34c2" providerId="LiveId" clId="{46540742-EECC-4139-BFDD-4F2F4DE237E4}" dt="2026-08-06T14:17:29.265" v="42949" actId="20577"/>
          <ac:spMkLst>
            <pc:docMk/>
            <pc:sldMk cId="2458145845" sldId="1065"/>
            <ac:spMk id="16" creationId="{50DB13DA-2B62-3A3B-0071-FEB05CA8B7FE}"/>
          </ac:spMkLst>
        </pc:spChg>
        <pc:spChg chg="add mod">
          <ac:chgData name="rai ." userId="fd30153d39ea34c2" providerId="LiveId" clId="{46540742-EECC-4139-BFDD-4F2F4DE237E4}" dt="2026-08-07T07:05:21.550" v="44257" actId="1076"/>
          <ac:spMkLst>
            <pc:docMk/>
            <pc:sldMk cId="2458145845" sldId="1065"/>
            <ac:spMk id="20" creationId="{AE6DD30F-4CF1-538E-0FC1-1E2272E91781}"/>
          </ac:spMkLst>
        </pc:spChg>
        <pc:spChg chg="add mod">
          <ac:chgData name="rai ." userId="fd30153d39ea34c2" providerId="LiveId" clId="{46540742-EECC-4139-BFDD-4F2F4DE237E4}" dt="2026-08-07T07:11:58.772" v="44319" actId="1076"/>
          <ac:spMkLst>
            <pc:docMk/>
            <pc:sldMk cId="2458145845" sldId="1065"/>
            <ac:spMk id="23" creationId="{1AFFC9C6-078D-4F02-045B-0E80512DB355}"/>
          </ac:spMkLst>
        </pc:spChg>
        <pc:spChg chg="add mod">
          <ac:chgData name="rai ." userId="fd30153d39ea34c2" providerId="LiveId" clId="{46540742-EECC-4139-BFDD-4F2F4DE237E4}" dt="2026-08-07T07:12:18.652" v="44338" actId="1076"/>
          <ac:spMkLst>
            <pc:docMk/>
            <pc:sldMk cId="2458145845" sldId="1065"/>
            <ac:spMk id="24" creationId="{66C05263-1115-4B63-4155-A83150DAC928}"/>
          </ac:spMkLst>
        </pc:spChg>
        <pc:picChg chg="add mod modCrop">
          <ac:chgData name="rai ." userId="fd30153d39ea34c2" providerId="LiveId" clId="{46540742-EECC-4139-BFDD-4F2F4DE237E4}" dt="2026-08-07T07:04:37.191" v="44227" actId="1076"/>
          <ac:picMkLst>
            <pc:docMk/>
            <pc:sldMk cId="2458145845" sldId="1065"/>
            <ac:picMk id="4" creationId="{5CE3FB16-A673-EE75-FEFE-37ED58008C89}"/>
          </ac:picMkLst>
        </pc:picChg>
        <pc:picChg chg="add mod">
          <ac:chgData name="rai ." userId="fd30153d39ea34c2" providerId="LiveId" clId="{46540742-EECC-4139-BFDD-4F2F4DE237E4}" dt="2026-08-07T07:11:32.330" v="44308" actId="1076"/>
          <ac:picMkLst>
            <pc:docMk/>
            <pc:sldMk cId="2458145845" sldId="1065"/>
            <ac:picMk id="22" creationId="{9FB37DD8-FA94-70B6-6549-9C19421FB940}"/>
          </ac:picMkLst>
        </pc:picChg>
      </pc:sldChg>
      <pc:sldChg chg="addSp delSp modSp add mod">
        <pc:chgData name="rai ." userId="fd30153d39ea34c2" providerId="LiveId" clId="{46540742-EECC-4139-BFDD-4F2F4DE237E4}" dt="2026-08-09T15:46:38.799" v="45384" actId="1076"/>
        <pc:sldMkLst>
          <pc:docMk/>
          <pc:sldMk cId="4272508376" sldId="1066"/>
        </pc:sldMkLst>
        <pc:spChg chg="add mod">
          <ac:chgData name="rai ." userId="fd30153d39ea34c2" providerId="LiveId" clId="{46540742-EECC-4139-BFDD-4F2F4DE237E4}" dt="2026-08-07T06:04:35.678" v="44073" actId="1076"/>
          <ac:spMkLst>
            <pc:docMk/>
            <pc:sldMk cId="4272508376" sldId="1066"/>
            <ac:spMk id="14" creationId="{A7E6F8DF-8F37-235C-330C-E8FC198C8F56}"/>
          </ac:spMkLst>
        </pc:spChg>
        <pc:spChg chg="mod">
          <ac:chgData name="rai ." userId="fd30153d39ea34c2" providerId="LiveId" clId="{46540742-EECC-4139-BFDD-4F2F4DE237E4}" dt="2026-08-07T05:59:29.145" v="44010" actId="20577"/>
          <ac:spMkLst>
            <pc:docMk/>
            <pc:sldMk cId="4272508376" sldId="1066"/>
            <ac:spMk id="16" creationId="{E90632DA-71C7-9ACD-BD0C-2C4C823788E8}"/>
          </ac:spMkLst>
        </pc:spChg>
        <pc:spChg chg="add mod">
          <ac:chgData name="rai ." userId="fd30153d39ea34c2" providerId="LiveId" clId="{46540742-EECC-4139-BFDD-4F2F4DE237E4}" dt="2026-08-07T07:19:33.959" v="44522" actId="1076"/>
          <ac:spMkLst>
            <pc:docMk/>
            <pc:sldMk cId="4272508376" sldId="1066"/>
            <ac:spMk id="25" creationId="{F95C4FDD-CC79-DEB8-B7DE-3B15AD3A2EF5}"/>
          </ac:spMkLst>
        </pc:spChg>
        <pc:spChg chg="mod">
          <ac:chgData name="rai ." userId="fd30153d39ea34c2" providerId="LiveId" clId="{46540742-EECC-4139-BFDD-4F2F4DE237E4}" dt="2026-08-09T15:46:38.799" v="45384" actId="1076"/>
          <ac:spMkLst>
            <pc:docMk/>
            <pc:sldMk cId="4272508376" sldId="1066"/>
            <ac:spMk id="29" creationId="{84566414-1B0B-5F47-76F4-9E08A76FBFC6}"/>
          </ac:spMkLst>
        </pc:spChg>
        <pc:spChg chg="add mod">
          <ac:chgData name="rai ." userId="fd30153d39ea34c2" providerId="LiveId" clId="{46540742-EECC-4139-BFDD-4F2F4DE237E4}" dt="2026-08-07T07:20:38.343" v="44545" actId="1035"/>
          <ac:spMkLst>
            <pc:docMk/>
            <pc:sldMk cId="4272508376" sldId="1066"/>
            <ac:spMk id="30" creationId="{77EABCA8-F614-CA1A-3D7D-971C42E5906A}"/>
          </ac:spMkLst>
        </pc:spChg>
        <pc:spChg chg="add mod">
          <ac:chgData name="rai ." userId="fd30153d39ea34c2" providerId="LiveId" clId="{46540742-EECC-4139-BFDD-4F2F4DE237E4}" dt="2026-08-07T08:05:22.546" v="44842" actId="20577"/>
          <ac:spMkLst>
            <pc:docMk/>
            <pc:sldMk cId="4272508376" sldId="1066"/>
            <ac:spMk id="33" creationId="{D67702CD-8C82-A1A3-7104-67A454773D6F}"/>
          </ac:spMkLst>
        </pc:spChg>
        <pc:spChg chg="add mod">
          <ac:chgData name="rai ." userId="fd30153d39ea34c2" providerId="LiveId" clId="{46540742-EECC-4139-BFDD-4F2F4DE237E4}" dt="2026-08-07T08:05:40.553" v="44854" actId="1076"/>
          <ac:spMkLst>
            <pc:docMk/>
            <pc:sldMk cId="4272508376" sldId="1066"/>
            <ac:spMk id="34" creationId="{4DB112B2-9439-005C-15C0-259E7313D021}"/>
          </ac:spMkLst>
        </pc:spChg>
        <pc:picChg chg="add mod ord">
          <ac:chgData name="rai ." userId="fd30153d39ea34c2" providerId="LiveId" clId="{46540742-EECC-4139-BFDD-4F2F4DE237E4}" dt="2026-08-07T07:20:31.786" v="44538" actId="1076"/>
          <ac:picMkLst>
            <pc:docMk/>
            <pc:sldMk cId="4272508376" sldId="1066"/>
            <ac:picMk id="4" creationId="{0CB5BD8E-EF1B-6DDE-EACA-A173BFDF2C69}"/>
          </ac:picMkLst>
        </pc:picChg>
        <pc:picChg chg="add mod">
          <ac:chgData name="rai ." userId="fd30153d39ea34c2" providerId="LiveId" clId="{46540742-EECC-4139-BFDD-4F2F4DE237E4}" dt="2026-08-07T07:19:20.627" v="44519" actId="1076"/>
          <ac:picMkLst>
            <pc:docMk/>
            <pc:sldMk cId="4272508376" sldId="1066"/>
            <ac:picMk id="8" creationId="{024F56C8-1460-7EC7-F0E4-754195DF5BF2}"/>
          </ac:picMkLst>
        </pc:picChg>
        <pc:picChg chg="add mod ord">
          <ac:chgData name="rai ." userId="fd30153d39ea34c2" providerId="LiveId" clId="{46540742-EECC-4139-BFDD-4F2F4DE237E4}" dt="2026-08-07T07:32:39.037" v="44576" actId="1076"/>
          <ac:picMkLst>
            <pc:docMk/>
            <pc:sldMk cId="4272508376" sldId="1066"/>
            <ac:picMk id="24" creationId="{79A00513-B9FF-0C8E-E1B4-F971F128AAA8}"/>
          </ac:picMkLst>
        </pc:picChg>
        <pc:picChg chg="add mod ord">
          <ac:chgData name="rai ." userId="fd30153d39ea34c2" providerId="LiveId" clId="{46540742-EECC-4139-BFDD-4F2F4DE237E4}" dt="2026-08-07T07:31:51.825" v="44567" actId="1035"/>
          <ac:picMkLst>
            <pc:docMk/>
            <pc:sldMk cId="4272508376" sldId="1066"/>
            <ac:picMk id="28" creationId="{A8DC55A3-F4D9-CE69-20B7-DC6F9AA76995}"/>
          </ac:picMkLst>
        </pc:picChg>
        <pc:picChg chg="add mod ord">
          <ac:chgData name="rai ." userId="fd30153d39ea34c2" providerId="LiveId" clId="{46540742-EECC-4139-BFDD-4F2F4DE237E4}" dt="2026-08-07T07:31:46.785" v="44564" actId="1076"/>
          <ac:picMkLst>
            <pc:docMk/>
            <pc:sldMk cId="4272508376" sldId="1066"/>
            <ac:picMk id="32" creationId="{CA942B05-DD17-45F4-711C-20FDF54730F0}"/>
          </ac:picMkLst>
        </pc:picChg>
      </pc:sldChg>
      <pc:sldChg chg="addSp delSp modSp add mod ord">
        <pc:chgData name="rai ." userId="fd30153d39ea34c2" providerId="LiveId" clId="{46540742-EECC-4139-BFDD-4F2F4DE237E4}" dt="2026-08-09T04:40:55.837" v="45256" actId="20577"/>
        <pc:sldMkLst>
          <pc:docMk/>
          <pc:sldMk cId="4068636216" sldId="1067"/>
        </pc:sldMkLst>
        <pc:spChg chg="mod">
          <ac:chgData name="rai ." userId="fd30153d39ea34c2" providerId="LiveId" clId="{46540742-EECC-4139-BFDD-4F2F4DE237E4}" dt="2026-08-09T04:40:55.837" v="45256" actId="20577"/>
          <ac:spMkLst>
            <pc:docMk/>
            <pc:sldMk cId="4068636216" sldId="1067"/>
            <ac:spMk id="6" creationId="{DC263E8A-AE25-C020-A64A-D56071E618F1}"/>
          </ac:spMkLst>
        </pc:spChg>
        <pc:spChg chg="mod">
          <ac:chgData name="rai ." userId="fd30153d39ea34c2" providerId="LiveId" clId="{46540742-EECC-4139-BFDD-4F2F4DE237E4}" dt="2026-08-07T08:38:43.357" v="44949" actId="20577"/>
          <ac:spMkLst>
            <pc:docMk/>
            <pc:sldMk cId="4068636216" sldId="1067"/>
            <ac:spMk id="16" creationId="{AD621D11-1990-71B3-15AE-9AED8C800F04}"/>
          </ac:spMkLst>
        </pc:spChg>
        <pc:picChg chg="add mod">
          <ac:chgData name="rai ." userId="fd30153d39ea34c2" providerId="LiveId" clId="{46540742-EECC-4139-BFDD-4F2F4DE237E4}" dt="2026-08-07T08:58:24.713" v="45012" actId="1076"/>
          <ac:picMkLst>
            <pc:docMk/>
            <pc:sldMk cId="4068636216" sldId="1067"/>
            <ac:picMk id="4" creationId="{5B657066-FA1F-8BCC-9F81-56C83923EC5E}"/>
          </ac:picMkLst>
        </pc:picChg>
        <pc:picChg chg="add mod modCrop">
          <ac:chgData name="rai ." userId="fd30153d39ea34c2" providerId="LiveId" clId="{46540742-EECC-4139-BFDD-4F2F4DE237E4}" dt="2026-08-07T08:58:19.382" v="45010" actId="1076"/>
          <ac:picMkLst>
            <pc:docMk/>
            <pc:sldMk cId="4068636216" sldId="1067"/>
            <ac:picMk id="5" creationId="{FA428C5A-6724-FAFF-AEB9-6C5C53D5046F}"/>
          </ac:picMkLst>
        </pc:picChg>
        <pc:picChg chg="add mod">
          <ac:chgData name="rai ." userId="fd30153d39ea34c2" providerId="LiveId" clId="{46540742-EECC-4139-BFDD-4F2F4DE237E4}" dt="2026-08-07T08:58:22.973" v="45011" actId="1076"/>
          <ac:picMkLst>
            <pc:docMk/>
            <pc:sldMk cId="4068636216" sldId="1067"/>
            <ac:picMk id="9" creationId="{60C2E202-42F9-5CCE-FACB-2CB90F482CDF}"/>
          </ac:picMkLst>
        </pc:picChg>
        <pc:picChg chg="add mod">
          <ac:chgData name="rai ." userId="fd30153d39ea34c2" providerId="LiveId" clId="{46540742-EECC-4139-BFDD-4F2F4DE237E4}" dt="2026-08-07T08:58:27.929" v="45014" actId="1076"/>
          <ac:picMkLst>
            <pc:docMk/>
            <pc:sldMk cId="4068636216" sldId="1067"/>
            <ac:picMk id="11" creationId="{108BB9ED-FA06-1C4E-1A6D-88C158A8017F}"/>
          </ac:picMkLst>
        </pc:picChg>
        <pc:picChg chg="add mod">
          <ac:chgData name="rai ." userId="fd30153d39ea34c2" providerId="LiveId" clId="{46540742-EECC-4139-BFDD-4F2F4DE237E4}" dt="2026-08-07T08:58:33.721" v="45015" actId="1076"/>
          <ac:picMkLst>
            <pc:docMk/>
            <pc:sldMk cId="4068636216" sldId="1067"/>
            <ac:picMk id="13" creationId="{17B69E24-2E93-6BA6-2C35-AB7DBC07E1DF}"/>
          </ac:picMkLst>
        </pc:picChg>
      </pc:sldChg>
      <pc:sldChg chg="addSp modSp add mod ord">
        <pc:chgData name="rai ." userId="fd30153d39ea34c2" providerId="LiveId" clId="{46540742-EECC-4139-BFDD-4F2F4DE237E4}" dt="2026-08-09T13:44:26.880" v="45382" actId="20577"/>
        <pc:sldMkLst>
          <pc:docMk/>
          <pc:sldMk cId="1497805727" sldId="1068"/>
        </pc:sldMkLst>
        <pc:spChg chg="mod">
          <ac:chgData name="rai ." userId="fd30153d39ea34c2" providerId="LiveId" clId="{46540742-EECC-4139-BFDD-4F2F4DE237E4}" dt="2026-08-09T13:44:26.880" v="45382" actId="20577"/>
          <ac:spMkLst>
            <pc:docMk/>
            <pc:sldMk cId="1497805727" sldId="1068"/>
            <ac:spMk id="7" creationId="{B0CA71FC-136E-BD84-8062-935746522FC3}"/>
          </ac:spMkLst>
        </pc:spChg>
        <pc:spChg chg="mod">
          <ac:chgData name="rai ." userId="fd30153d39ea34c2" providerId="LiveId" clId="{46540742-EECC-4139-BFDD-4F2F4DE237E4}" dt="2026-08-09T04:49:00.267" v="45302" actId="20577"/>
          <ac:spMkLst>
            <pc:docMk/>
            <pc:sldMk cId="1497805727" sldId="1068"/>
            <ac:spMk id="16" creationId="{777883CE-6C48-13AA-9122-5051A0CB8208}"/>
          </ac:spMkLst>
        </pc:spChg>
        <pc:picChg chg="add mod">
          <ac:chgData name="rai ." userId="fd30153d39ea34c2" providerId="LiveId" clId="{46540742-EECC-4139-BFDD-4F2F4DE237E4}" dt="2026-08-09T06:43:16.418" v="45379" actId="1076"/>
          <ac:picMkLst>
            <pc:docMk/>
            <pc:sldMk cId="1497805727" sldId="1068"/>
            <ac:picMk id="5" creationId="{F2FE8D26-95B0-674E-3099-E91721C033D4}"/>
          </ac:picMkLst>
        </pc:picChg>
      </pc:sldChg>
      <pc:sldChg chg="addSp delSp modSp add del mod">
        <pc:chgData name="rai ." userId="fd30153d39ea34c2" providerId="LiveId" clId="{46540742-EECC-4139-BFDD-4F2F4DE237E4}" dt="2026-08-14T07:40:00.807" v="46063" actId="47"/>
        <pc:sldMkLst>
          <pc:docMk/>
          <pc:sldMk cId="3082724085" sldId="10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A903C8D7-525E-43C5-AB6E-8490CBE18B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445DA84-E1D2-4105-9536-2A350565E3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6EBB2-A0A6-4D46-9623-37769B0BB09E}" type="datetimeFigureOut">
              <a:rPr lang="zh-TW" altLang="en-US" smtClean="0"/>
              <a:t>2026/8/9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378F254-BA60-4157-AA8B-719C2F0EE7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DEFA8E-41C3-4326-A810-67E8301694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F5A0E-03AE-4705-8FEE-72A9FEBA22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7725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01:16:14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161 345 24575,'0'0'0,"-1"0"0,0 0 0,1 0 0,-1 0 0,0 1 0,1-1 0,-1 1 0,1-1 0,-1 1 0,0 0 0,1-1 0,0 1 0,-1 0 0,1-1 0,-1 1 0,1 0 0,0-1 0,-1 1 0,1 0 0,0 0 0,0-1 0,0 1 0,0 0 0,0 0 0,0-1 0,0 1 0,0 0 0,0 0 0,0 0 0,0-1 0,0 2 0,6 25 0,-5-26 0,0 1 0,1-1 0,0 1 0,-1-1 0,0 0 0,1 1 0,-1-1 0,1 0 0,0-1 0,0 1 0,0-1 0,0 1 0,0 0 0,0-1 0,0 1 0,0-1 0,0 0 0,4 0 0,42-1 0,-26-1 0,-15 2 0,0-1 0,-1 1 0,0-1 0,1-1 0,0 1 0,0-2 0,-2 1 0,2-1 0,-1 0 0,0 0 0,0 0 0,7-6 0,-10 6 0,1 0 0,0 0 0,-1 0 0,0 0 0,0-1 0,-1 0 0,1 1 0,-1 0 0,1-1 0,-1 0 0,0-1 0,0 1 0,0 0 0,-1-1 0,0 1 0,0 0 0,0 0 0,1-10 0,-2 12 0,0 0 0,0 1 0,0-1 0,0 1 0,0 0 0,0-1 0,0 0 0,0 1 0,-1-1 0,1 0 0,-1 1 0,1-1 0,-1 1 0,0-1 0,1 1 0,-1-1 0,0 1 0,0 0 0,0-1 0,0 1 0,0 0 0,-1 0 0,1-1 0,0 1 0,-2 0 0,-2 0 0,2 0 0,-1 0 0,-1 0 0,1 0 0,-1 1 0,1 0 0,-1 0 0,-5 1 0,-33-2 0,33 0 0,-2 1 0,1 0 0,0 0 0,0 1 0,0 1 0,-19 4 0,29-6 0,1 0 0,0 0 0,-1 0 0,1 0 0,0 0 0,0 0 0,0 0 0,-1 0 0,1 0 0,-1 1 0,1-1 0,0 0 0,-1 0 0,1 1 0,0-1 0,-1 0 0,1 0 0,0 1 0,0-1 0,-1 0 0,1 1 0,0-1 0,0 0 0,-1 1 0,1-1 0,0 0 0,0 1 0,0-1 0,-1 1 0,11 4 0,20-4 0,-16-6 0,-1 0 0,0-1 0,0 0 0,-1-1 0,1-1 0,-2 0 0,1 1 0,12-15 0,-24 22 0,-1 0 0,1 0 0,0 0 0,0 0 0,0 0 0,0 0 0,0 0 0,0 0 0,0 0 0,0 0 0,0 0 0,-1 0 0,1 0 0,0 0 0,0 0 0,0 0 0,0-1 0,0 1 0,0 0 0,0 0 0,0 0 0,0 0 0,0 0 0,0 0 0,0 0 0,0 0 0,0 0 0,0 0 0,0-1 0,0 1 0,0 0 0,0 0 0,0 0 0,0 0 0,0 0 0,0 0 0,0 0 0,0 0 0,0 0 0,0 0 0,0 0 0,0 0 0,0 0 0,0 0 0,0 0 0,0 0 0,0 0 0,0 0 0,0 0 0,0 0 0,0 0 0,0 0 0,0-1 0,1 1 0,-1 0 0,0 0 0,0 0 0,0 0 0,0 0 0,0 0 0,0 0 0,0 0 0,0 0 0,0 0 0,0 0 0,1 0 0,-13 1 0,-14 4 0,11 1 0,1 1 0,0 0 0,0 0 0,-15 13 0,-23 12 0,51-31 0,1-1 0,-1 0 0,0 1 0,0-1 0,1 0 0,-1 1 0,0-1 0,1 1 0,-1-1 0,1 1 0,-1-1 0,0 1 0,1-1 0,-1 0 0,1 1 0,0-1 0,-1 1 0,1 0 0,-1 0 0,1 1 0,0-2 0,0 1 0,0-1 0,0 1 0,0-1 0,1 0 0,-1 1 0,0-1 0,1 1 0,-1-1 0,0 0 0,1 1 0,-1-1 0,0 0 0,1 1 0,-1-1 0,0 0 0,1 1 0,-1-1 0,1 0 0,-1 0 0,1 0 0,-1 1 0,2-1 0,1 1 0,0 0 0,0-1 0,0 1 0,1-1 0,-1 1 0,-1-1 0,2 0 0,5-1 0,8-4 0,1-1 0,23-12 0,3 0 0,-35 14 0,-1-1 0,-1 0 0,1 0 0,7-6 0,-41 14 0,-6 12 0,15-7 0,1 0 0,-25 16 0,41-24 0,0 0 0,0 0 0,0 1 0,0-1 0,-1 0 0,1 0 0,0 0 0,0 0 0,0 0 0,0 0 0,0 0 0,0 0 0,0 0 0,0 0 0,-1 0 0,1 1 0,0-1 0,0 0 0,0 0 0,0 0 0,0 0 0,0 0 0,0 0 0,0 0 0,0 0 0,0 0 0,0 0 0,0 0 0,0 0 0,0 0 0,0 0 0,0 0 0,0 1 0,0-1 0,0 0 0,0 0 0,0 0 0,0 0 0,0 0 0,0 0 0,0 1 0,0-1 0,0 0 0,0 0 0,0 0 0,0 0 0,1 0 0,-1 0 0,0 0 0,0 1 0,0-1 0,0 0 0,0 0 0,0 0 0,0 0 0,0 0 0,1 0 0,-1 0 0,12 3 0,15-1 0,-6-2 0,1 0 0,-1-2 0,1-1 0,41-9 0,-129 59 0,48-32 0,21-10 0,11-3 0,0-2 0,-21 0 0,-33 3 0,4 7 0,23-6 0,-1 0 0,0-1 0,0 0 0,-20-1 0,40-2 0,0-2 0,1-1 0,-2 1 0,1-1 0,0 0 0,9-8 0,13-4 0,-12 7 0,-1 1 0,0-1 0,17-14 0,-31 22 0,-1 0 0,0 0 0,0 0 0,0 0 0,0 0 0,0 0 0,0 0 0,1 0 0,-1 0 0,0-1 0,0 1 0,0 0 0,0 0 0,0 0 0,0 0 0,0 0 0,0 0 0,0 0 0,0 0 0,1 0 0,-1 0 0,0-1 0,0 1 0,0 0 0,0 0 0,0 0 0,0 0 0,0 0 0,0 0 0,0 0 0,0-1 0,0 1 0,0 0 0,0 0 0,0 0 0,0 0 0,0 0 0,0 0 0,0-1 0,0 1 0,0 0 0,0 0 0,0 0 0,0 0 0,0 0 0,0 0 0,-1 0 0,1-1 0,0 1 0,0 0 0,0 0 0,0 0 0,0 0 0,0 0 0,0 0 0,0 0 0,0 0 0,-1 0 0,1 0 0,0 0 0,0 0 0,0 0 0,0 0 0,0 0 0,0 0 0,-14 0 0,-14 3 0,-87 19 0,115-22 0,-1 0 0,1 1 0,-1-1 0,0 0 0,1 0 0,-1 1 0,0-1 0,1 0 0,-1 0 0,1 0 0,-1 0 0,0 0 0,1 0 0,-1 0 0,0 0 0,1 0 0,-1 0 0,0 0 0,1 0 0,0 0 0,-1 0 0,1-1 0,-1 1 0,0 0 0,0-1 0,9-11 0,27-12 0,-3 10 0,52-28 0,-84 42 0,0 0 0,0 0 0,-1 0 0,1 0 0,0 0 0,0 0 0,0 0 0,0 0 0,0 0 0,0 0 0,-1 0 0,1 0 0,0 0 0,0 0 0,0 0 0,0 0 0,0 0 0,0 0 0,0 0 0,0-1 0,0 1 0,0 0 0,-1 0 0,1 0 0,0 0 0,0 0 0,0 0 0,0 0 0,0-1 0,0 1 0,0 0 0,0 0 0,0 0 0,0 0 0,0 0 0,0 0 0,0 0 0,0-1 0,0 1 0,0 0 0,0 0 0,0 0 0,0 0 0,0 0 0,0 0 0,0-1 0,0 1 0,0 0 0,0 0 0,1 0 0,-1 0 0,0 0 0,0 0 0,0 0 0,0 0 0,0 0 0,0-1 0,0 1 0,0 0 0,0 0 0,1 0 0,-1 0 0,0 0 0,0 0 0,0 0 0,0 0 0,0 0 0,1 0 0,-18-3 0,-21 3 0,29 2 0,2 0 0,-1 0 0,-14 7 0,-3 0 0,-2 3 0,25-7 0,16-4 0,-4-3 0,-2-1 0,2 0 0,-1 0 0,0-1 0,-1-1 0,1 1 0,-1 0 0,10-10 0,4 0 0,-15 11 0,0-2 0,0 1 0,-1-1 0,0 0 0,11-10 0,-49 21 0,2 4 0,-54 27 0,104-52 0,-6 5 0,2-1 0,25-12 0,-39 21 0,2 0 0,-1 0 0,0-1 0,0 1 0,0-1 0,0 1 0,3-5 0,-5 7 0,-1 0 0,0 0 0,1 0 0,-1-1 0,0 1 0,0 0 0,0-1 0,1 1 0,-1 0 0,0 0 0,0-1 0,0 1 0,0 0 0,0-1 0,0 1 0,0 0 0,0-1 0,0 1 0,0 0 0,0-1 0,0 1 0,0 0 0,0-1 0,0 1 0,0-1 0,0 1 0,0 0 0,0-1 0,0 1 0,-18 1 0,-6 7 0,-96 32 0,109-36 0,2 0 0,-2 0 0,0-1 0,1-1 0,-21 3 0,-44 7 0,51-6 0,37-11 0,-2-1 0,2 1 0,-2-1 0,0-1 0,17-13 0,10-6 0,-18 14 0,-12 6 0,0 1 0,-1 0 0,1 2 0,0-1 0,0 0 0,0 1 0,14-4 0,-12 7 0,-18 4 0,-6 2 0,-66 37 0,80-43 0,-1 0 0,1 0 0,0 0 0,0 0 0,0 0 0,0 0 0,0 0 0,0 0 0,-1 1 0,1-1 0,0 0 0,0 0 0,0 0 0,0 0 0,0 0 0,0 0 0,0 0 0,0 0 0,0 0 0,0 1 0,0-1 0,-1 0 0,1 0 0,0 0 0,0 0 0,0 0 0,0 0 0,0 0 0,0 1 0,0-1 0,0 0 0,0 0 0,0 0 0,0 0 0,0 0 0,0 0 0,0 1 0,0-1 0,0 0 0,0 0 0,0 0 0,1 0 0,-1 0 0,0 0 0,0 0 0,0 1 0,0-1 0,0 0 0,0 0 0,0 0 0,0 0 0,0 0 0,0 0 0,0 0 0,1 0 0,-1 0 0,0 0 0,0 1 0,11 1 0,15-1 0,-11-5 0,-1-1 0,1 0 0,-1-1 0,-1 0 0,1-2 0,15-9 0,63-27 0,-92 44 0,0 0 0,0 0 0,-1 0 0,1 0 0,0 0 0,0 0 0,0 0 0,0 0 0,0 0 0,0 0 0,0 0 0,0 0 0,0 0 0,0-1 0,0 1 0,0 0 0,0 0 0,0 0 0,0 0 0,0 0 0,0 0 0,0 0 0,0 0 0,0 0 0,0 0 0,0 0 0,0 0 0,0-1 0,0 1 0,0 0 0,0 0 0,0 0 0,0 0 0,0 0 0,0 0 0,0 0 0,0 0 0,0 0 0,0 0 0,0 0 0,0 0 0,0 0 0,0 0 0,0-1 0,0 1 0,0 0 0,0 0 0,0 0 0,0 0 0,0 0 0,0 0 0,0 0 0,1 0 0,-1 0 0,0 0 0,0 0 0,0 0 0,0 0 0,-11 0 0,-15 6 0,-23 20 0,-43 14 0,67-30 0,-1-3 0,22-7 0,0 1 0,1 0 0,-2 1 0,1-1 0,0 1 0,0 0 0,0 0 0,0 0 0,-3 4 0,60-27 0,-33 14 0,-17 7 0,1-1 0,0 0 0,-1 0 0,0 0 0,1-1 0,-2 1 0,1-1 0,1 0 0,-1 0 0,0 0 0,0 0 0,-1-1 0,1 1 0,3-3 0,-7 4 0,0 1 0,1-1 0,-1 1 0,0-1 0,1 1 0,-1 0 0,0-1 0,0 1 0,1 0 0,-1-1 0,0 1 0,0 0 0,1 0 0,-1 0 0,0 0 0,0 0 0,0 0 0,0 0 0,1 0 0,-1 0 0,-1 0 0,-20 0 0,-24 8 0,15-2 0,87-35 0,-8 11 0,54-25 0,-92 38 0,-3 3 0,-19 4 0,-26 11 0,23-7 0,0-1 0,0 0 0,0-2 0,-1 0 0,1-1 0,-30 1 0,52-3 0,1-1 0,-2-1 0,1 1 0,1-1 0,-1-1 0,0 1 0,-1 0 0,7-5 0,-3 2 0,-1 1 0,2 0 0,-1 0 0,11 0 0,-18 3 0,-1 0 0,0 1 0,1-1 0,-2 0 0,1 0 0,1 0 0,-1 0 0,4-3 0,-5 0 0,-15 6 0,-38 17 85,-12 5-1535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01:16:14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316 194 24575,'-1'0'0,"1"2"0,0-1 0,-1 1 0,1-1 0,-1 1 0,0-1 0,0 1 0,0-1 0,0 1 0,0-1 0,-1 0 0,1 0 0,0 0 0,0 1 0,-3 0 0,-24 17 0,24-17 0,-3 1 0,-12 11 0,18-9 0,14 0 0,-5-4 0,0-1 0,1 0 0,-2 0 0,2-1 0,-1 0 0,12-4 0,2 1 0,-41 9 0,2 0 0,-1 1 0,-17 8 0,19-7 0,-2-2 0,16-5 0,-1 1 0,0 0 0,0-1 0,1 1 0,-1 0 0,0 0 0,1 1 0,-1-1 0,1 1 0,-3 1 0,52-22 0,-31 13 0,7-3 0,41-10 0,-52 17 0,-22 3 0,-25 8 0,18-3 0,15-5 0,-1-1 0,1 1 0,-1 0 0,1 0 0,-1 0 0,1 0 0,-1 1 0,1-1 0,0 1 0,-1-1 0,1 1 0,0-1 0,-3 5 0,6-6 0,-1 1 0,0-1 0,1 1 0,-1-1 0,1 1 0,0-1 0,-1 0 0,1 1 0,0-1 0,0 0 0,-1 1 0,1-1 0,0 0 0,0 0 0,0 0 0,-1 0 0,1 0 0,0 0 0,0 0 0,0 0 0,-1 0 0,2 0 0,20 0 0,-3 0 0,45-1 0,-37 3 0,-31 0 0,-4 0 0,0 1 0,0-1 0,0 0 0,0-1 0,0 0 0,0 0 0,0-1 0,-1 0 0,-13-2 0,15 1 0,1 0 0,0-1 0,1 0 0,-1 0 0,1 0 0,-9-5 0,14 6 0,-1 1 0,0-1 0,1 1 0,-1-1 0,1 1 0,-1-1 0,0 1 0,1-1 0,-1 0 0,1 1 0,-1-1 0,1 0 0,0 1 0,-1 0 0,1-1 0,0 0 0,-1 0 0,1 1 0,0-1 0,0 0 0,0 0 0,0-1 0,0 1 0,0-1 0,1 1 0,0-1 0,-1 1 0,1 0 0,0-1 0,0 1 0,0 0 0,0-1 0,0 1 0,0 0 0,-1 0 0,1 0 0,0 0 0,1 0 0,-1 0 0,2 0 0,21-10 0,-20 10 0,-1 0 0,0-1 0,0 1 0,1-1 0,-1 1 0,0-1 0,0 0 0,-1 0 0,0 0 0,1-1 0,4-3 0,-7 5 0,-1 1 0,0-1 0,1 1 0,-1-1 0,0 1 0,0 0 0,1-1 0,-1 1 0,0 0 0,0-1 0,0 1 0,1 0 0,-1 0 0,0 0 0,0 0 0,1 0 0,-1 0 0,0 0 0,1 0 0,-2 0 0,-22 0 0,-12 1 0,-63-2 0,98 1 0,1 1 0,-1-1 0,1 0 0,-1 0 0,0 0 0,1 0 0,-1 0 0,1 0 0,-1 0 0,1 0 0,-1 0 0,0 0 0,1-1 0,-1 1 0,1 0 0,-1 0 0,1 0 0,-1-1 0,1 1 0,-1 0 0,1-1 0,-1 1 0,1 0 0,-1-1 0,1 1 0,-1-1 0,1 1 0,0-1 0,-1 1 0,1 0 0,0-1 0,-1 0 0,1 1 0,0-1 0,0 1 0,0-1 0,0 1 0,0-1 0,0 1 0,0-1 0,0 0 0,0 1 0,0-1 0,0 1 0,0-1 0,0 0 0,0 0 0,0 0 0,1-1 0,0 2 0,0-2 0,0 1 0,0-1 0,1 1 0,-1 0 0,0 0 0,0 0 0,1-1 0,-1 1 0,1 1 0,-1-1 0,1 0 0,1-1 0,23-5 0,-21 6 0,0 0 0,-1-1 0,1 1 0,-1-1 0,1 1 0,0-1 0,4-4 0,-47 2 0,28 6 0,-1 0 0,3 0 0,-2 0 0,0 1 0,-11 5 0,9-3 0,12-5 0,0 0 0,0 0 0,0 0 0,0 0 0,0 0 0,0 0 0,0 0 0,0 0 0,1 0 0,-1 0 0,0 0 0,0 0 0,0 0 0,0 0 0,0 0 0,0 0 0,0 0 0,0 1 0,0-1 0,0 0 0,0 0 0,0 0 0,0 0 0,0 0 0,1 0 0,-1 0 0,0 0 0,0 0 0,0 0 0,0 0 0,0 0 0,0 0 0,0 1 0,0-1 0,0 0 0,0 0 0,0 0 0,0 0 0,0 0 0,0 0 0,0 0 0,0 0 0,0 0 0,0 0 0,0 0 0,0 1 0,0-1 0,0 0 0,0 0 0,0 0 0,-1 0 0,1 0 0,0 0 0,0 0 0,0 0 0,14 3 0,18-1 0,-4-3 0,43-8 0,-69 9 0,-30 2 0,18-2 0,1 1 0,-1 0 0,2 1 0,-17 4 0,-28 11 0,22-7 0,-46 21 0,88-35 0,0 1 0,1 0 0,18-2 0,-12 2 0,11-1 0,0 0 0,40 0 0,-114 9 0,42-4 0,0-1 0,0 1 0,0 0 0,-1 0 0,1 1 0,0-2 0,0 2 0,0-1 0,1 1 0,-1 0 0,1 0 0,-1 0 0,-3 4 0,7-6 0,-1 0 0,0 1 0,1-1 0,-1 0 0,0 0 0,1 1 0,-1-1 0,0 0 0,1 0 0,-1 1 0,1-1 0,-1 0 0,0 0 0,1 0 0,-1 0 0,1 0 0,-1 0 0,1 0 0,-1 0 0,0 0 0,1 0 0,-1 0 0,1 0 0,-1 0 0,1 0 0,-1 0 0,0 0 0,1 0 0,-1 0 0,1-1 0,-1 1 0,0 0 0,1-1 0,18-2 0,14-5 0,-20 6 0,0-1 0,0 0 0,0-1 0,0 0 0,-1-2 0,20-9 0,-25 11 0,14-9 0,-20 13 0,0 0 0,0-1 0,-1 1 0,1-1 0,-1 1 0,1 0 0,0-1 0,-1 1 0,1-1 0,-1 1 0,1-1 0,-1 0 0,1 1 0,-1-1 0,0 1 0,1-1 0,-1 0 0,0 1 0,1-1 0,-1 0 0,0-1 0,-3 2 0,0-1 0,0 0 0,0 0 0,0 1 0,0-1 0,1 1 0,-1 0 0,-1 0 0,1 0 0,0 0 0,-6 1 0,3 0 0,-7 0 0,9 0 0,0-1 0,0 0 0,1 0 0,-1 0 0,1 0 0,-1 0 0,0 0 0,0 0 0,0-1 0,0 0 0,1 0 0,-5-2 0,8 3 0,0-1 0,0 1 0,-1-1 0,1 1 0,0-1 0,0 1 0,0 0 0,0-1 0,0 1 0,0-1 0,0 1 0,0-1 0,0 1 0,0-1 0,0 1 0,0-1 0,0 1 0,0-1 0,0 1 0,0-1 0,0 1 0,1-1 0,-1 1 0,0 0 0,0-1 0,1 1 0,-1-1 0,0 1 0,1 0 0,-1-1 0,0 1 0,1 0 0,-1-1 0,0 1 0,1 0 0,-1-1 0,0 1 0,0 0 0,1 0 0,-1 0 0,0 0 0,2-1 0,24-11 0,-21 10 0,51-24 0,-55 26 0,-1 0 0,0 0 0,0 0 0,0 0 0,0 0 0,0-1 0,0 1 0,1 0 0,-1 0 0,0 0 0,0 0 0,0 0 0,0 0 0,0 0 0,0 0 0,0 0 0,0 0 0,0-1 0,0 1 0,1 0 0,-1 0 0,0 0 0,0 0 0,0 0 0,0 0 0,0-1 0,0 1 0,0 0 0,0 0 0,0 0 0,0 0 0,0 0 0,0 0 0,0-1 0,0 1 0,0 0 0,0 0 0,0 0 0,0 0 0,0 0 0,0 0 0,0-1 0,-1 1 0,1 0 0,0 0 0,0 0 0,0 0 0,0 0 0,0 0 0,0 0 0,0 0 0,0-1 0,0 1 0,-1 0 0,1 0 0,0 0 0,0 0 0,0 0 0,-12-3 0,-14 1 0,-53 9 0,78-7 0,1 0 0,-1 0 0,1 0 0,-1 0 0,0 0 0,1 1 0,0-1 0,0 0 0,-1 0 0,1 0 0,-1 0 0,1-1 0,-1 1 0,1 0 0,-1 0 0,1 0 0,-1 0 0,0 0 0,1-1 0,0 1 0,-1 0 0,1-1 0,-1 1 0,1 0 0,-1-1 0,1 1 0,-1 0 0,1-1 0,0 1 0,-1-2 0,3-14 0,1 11 0,-1 1 0,1 0 0,-2 0 0,2-1 0,0 1 0,4-2 0,1 0 0,0 0 0,0 1 0,17-7 0,2-2 0,-71 17 0,28 7 0,16-10 0,0 1 0,-1-1 0,1 0 0,0 0 0,0 1 0,0-1 0,0 0 0,0 0 0,-1 0 0,1 0 0,0 0 0,0 0 0,0 1 0,0-1 0,0 0 0,0 1 0,0-1 0,0 0 0,0 0 0,0 1 0,0-1 0,0 0 0,0 1 0,0-1 0,0 0 0,0 0 0,1 1 0,-1-1 0,0 0 0,0 0 0,0 1 0,0-1 0,2 1 0,-1 0 0,0 0 0,1 0 0,0 0 0,-1 0 0,1 0 0,0-1 0,0 1 0,0-1 0,-1 0 0,1 1 0,0-1 0,0 0 0,4 0 0,5-1 0,2 0 0,-2-1 0,1 0 0,1-1 0,12-4 0,-9 3 0,-102 17 0,79-11 0,-2 1 0,0 0 0,-1 1 0,2 0 0,-12 5 0,53-11 0,-24 0-109,2-2-142,0 1 0,1 0 0,-1 1-1,23-2 1,-25 4-6575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28:56.8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1808 141 24575,'3'-3'0,"-1"-1"0,0 1 0,1 0 0,-1 0 0,1 1 0,0-1 0,0 0 0,0 1 0,0 0 0,7-4 0,1 0 0,0 1 0,1 1 0,0 0 0,23-5 0,24-7 0,-44 11 0,1 1 0,0 0 0,0 2 0,27-2 0,14-2 0,-13-10 0,-7 3 0,-24 10 0,1 1 0,-1 0 0,1 1 0,-1 1 0,1 0 0,0 1 0,-1 0 0,1 1 0,-1 1 0,0 0 0,0 1 0,0 0 0,0 1 0,12 7 0,14 4 0,-26-11 0,0 0 0,-1 1 0,1 1 0,-1-1 0,-1 2 0,21 16 0,-23-16 0,-1 1 0,0 0 0,0 0 0,9 14 0,-14-17 0,0-1 0,-1 1 0,0 0 0,0 0 0,0 1 0,0-1 0,-1 0 0,0 1 0,-1-1 0,1 8 0,-1 3 0,0-1 0,-1 1 0,-1 0 0,-1-1 0,0 0 0,-1 1 0,-1-1 0,-1 0 0,-12 26 0,-37 52 0,44-75 0,2 0 0,0 0 0,0 1 0,2 0 0,-7 30 0,10-26 0,1-1 0,0 1 0,2 0 0,2 29 0,1-34 0,-2 1 0,0-1 0,-1 1 0,-1-1 0,-1 1 0,-1-1 0,-8 25 0,8-30 0,0 0 0,1 1 0,-2 15 0,3-18 0,0 0 0,0-1 0,-1 1 0,0-1 0,-1 0 0,-6 13 0,2-9 0,-3 7 0,-1-2 0,-1 1 0,0-2 0,-23 26 0,-3 11 0,12-27 0,19-19 0,0-1 0,-1-1 0,-15 13 0,19-18 0,0 0 0,1 0 0,-1-1 0,0 0 0,0 0 0,-1 0 0,1-1 0,0 1 0,-1-1 0,1-1 0,-9 1 0,-290-1 0,121-2 0,-560 2 0,713-1 0,1-2 0,-1 0 0,1-2 0,-41-12 0,48 10 0,-5-1 0,-40-8 0,26 7 0,-73-25 0,105 31 0,-12-2 0,-1 0 0,0 2 0,0 0 0,0 2 0,-1 0 0,-39 5 0,31-2 0,0-2 0,-48-4 0,74 3 0,0 0 0,-1 0 0,1-1 0,0 0 0,0 0 0,0 0 0,1 0 0,-1-1 0,1 0 0,-1 0 0,1 0 0,0 0 0,0-1 0,0 0 0,0 0 0,1 0 0,0 0 0,-1 0 0,2-1 0,-1 1 0,0-1 0,1 0 0,0 0 0,0 0 0,0 0 0,-1-8 0,-2-12 0,1-1 0,2 1 0,0 0 0,3-35 0,-1 38 0,-1-52 0,4-72 0,-1 133 0,0 1 0,1 0 0,1 0 0,6-16 0,4-10 0,-11 27 0,2 0 0,-1 0 0,1 1 0,1-1 0,11-15 0,10-27 0,-22 42 0,1 0 0,-1 1 0,2-1 0,12-16 0,-4 9 0,20-35 0,-29 42 0,0 0 0,1 1 0,0 0 0,1 0 0,0 0 0,0 1 0,1 1 0,0-1 0,1 1 0,0 1 0,11-7 0,6 0 0,1 1 0,1 1 0,0 1 0,37-8 0,-45 14 0,31-12 0,-37 12 0,0 0 0,0 1 0,0 0 0,0 1 0,18-1 0,-9 2 0,0-2 0,-1 0 0,25-8 0,-12 4 0,49-7 0,-55 11 0,47-13 0,8-1 0,-59 14 0,46-14 0,-47 12 0,-1 1 0,1 2 0,0 0 0,0 1 0,0 2 0,39 3 0,9 0 0,275-3-1365,-330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8dd3693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 dirty="0"/>
          </a:p>
        </p:txBody>
      </p:sp>
      <p:sp>
        <p:nvSpPr>
          <p:cNvPr id="53" name="Google Shape;53;g118dd3693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4124AA52-4CE2-3876-2A9D-84EA7C4FF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F36BFE2D-98AD-37D1-3856-7F1BDB360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117C11BE-B775-E5AA-0213-D27DDB97DC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8332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254D4299-B2CF-CB2A-64E6-80C9054B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ABA8836D-21AE-51AF-D2F8-65CDE1388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B712A863-713E-398C-7348-69DBE859D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6411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9F002DDD-AA3B-E9C2-8D8F-F0650CAF8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8033F9D9-4CA7-B713-19C8-BEE038103E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4193D11C-71FB-090E-7CB1-CE662112B6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0074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656AA731-9371-D702-589C-F32106AB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92AF9681-EC8F-45C9-E3DD-A74EB1760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BB79C35B-094A-213F-131A-23112C67A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148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213A585D-9FC5-9FD1-3783-0F13E516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9B093599-2125-01B7-D076-0DC620D66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D9AF3B7C-6A55-14E4-8B00-9F53E27A67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8766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FD76C2C1-D0A5-1C4D-8D22-224F5F7BF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A3C3D43A-AC6F-9B17-DDBA-D9403076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9A32FFF2-FA48-4078-D01B-696524428F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7450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BDEB8AA8-05AD-8EF3-8BD0-B1A64907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8D84AC8C-F665-E9B1-5358-44E7E66946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11E77756-41DF-96F5-F079-7DF608E2D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5188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F1A8B498-6EA9-F4DD-DF74-C314A48D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91C92C0F-D68F-9242-2E5B-B8FB308D72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7BA47155-3D50-A867-EC20-E047AFFEB8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6597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34908EDC-4178-3789-77CC-22A0AA1AA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9C4C134D-AFB3-D2D5-EF01-749F185D82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953CEDE3-6F81-ED12-CEEC-EC95B685A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5100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0CF87FE9-D74E-A0A4-4EB2-FB931F76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0186DF69-006A-B566-6E46-AA468F0375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767DDE43-91CE-A1ED-99BD-B0AD73ED25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2213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58B9319E-D46F-340D-70BB-319827E6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834F1BF8-2307-F6B7-3843-BEAB1F3B4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6495D3A2-D043-B6A9-DD2A-9EE89CDE7C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7366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1_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38AE943-BFB4-4EB6-9556-2FD6D9B8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16488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50514" y="1623400"/>
            <a:ext cx="3514500" cy="14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50514" y="3142400"/>
            <a:ext cx="35145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57351A6-6C41-464F-B929-152144488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0076" y="4767263"/>
            <a:ext cx="2057400" cy="274637"/>
          </a:xfrm>
        </p:spPr>
        <p:txBody>
          <a:bodyPr/>
          <a:lstStyle>
            <a:lvl1pPr>
              <a:defRPr>
                <a:latin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87E85E0C-F6DF-4C2C-9974-C2547ED92EE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2D217-643E-4228-AA66-0286F7C5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Google Shape;46;p12">
            <a:extLst>
              <a:ext uri="{FF2B5EF4-FFF2-40B4-BE49-F238E27FC236}">
                <a16:creationId xmlns:a16="http://schemas.microsoft.com/office/drawing/2014/main" id="{7A8ABE70-C036-4475-B20F-9E10755540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2109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D4E10BF-0131-4079-A0E6-0EAD49468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54133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D98DE"/>
                </a:solidFill>
                <a:latin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87E85E0C-F6DF-4C2C-9974-C2547ED92EE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48" r:id="rId2"/>
    <p:sldLayoutId id="2147483649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2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customXml" Target="../ink/ink2.xml"/><Relationship Id="rId5" Type="http://schemas.openxmlformats.org/officeDocument/2006/relationships/image" Target="../media/image3.png"/><Relationship Id="rId10" Type="http://schemas.openxmlformats.org/officeDocument/2006/relationships/image" Target="../media/image170.png"/><Relationship Id="rId4" Type="http://schemas.openxmlformats.org/officeDocument/2006/relationships/image" Target="../media/image5.png"/><Relationship Id="rId9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22.png"/><Relationship Id="rId5" Type="http://schemas.openxmlformats.org/officeDocument/2006/relationships/image" Target="../media/image3.png"/><Relationship Id="rId10" Type="http://schemas.openxmlformats.org/officeDocument/2006/relationships/customXml" Target="../ink/ink3.xml"/><Relationship Id="rId4" Type="http://schemas.openxmlformats.org/officeDocument/2006/relationships/image" Target="../media/image5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27.png"/><Relationship Id="rId5" Type="http://schemas.openxmlformats.org/officeDocument/2006/relationships/image" Target="../media/image3.png"/><Relationship Id="rId10" Type="http://schemas.openxmlformats.org/officeDocument/2006/relationships/image" Target="../media/image26.png"/><Relationship Id="rId4" Type="http://schemas.openxmlformats.org/officeDocument/2006/relationships/image" Target="../media/image5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32.png"/><Relationship Id="rId5" Type="http://schemas.openxmlformats.org/officeDocument/2006/relationships/image" Target="../media/image3.png"/><Relationship Id="rId10" Type="http://schemas.openxmlformats.org/officeDocument/2006/relationships/image" Target="../media/image31.png"/><Relationship Id="rId4" Type="http://schemas.openxmlformats.org/officeDocument/2006/relationships/image" Target="../media/image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5">
            <a:extLst>
              <a:ext uri="{FF2B5EF4-FFF2-40B4-BE49-F238E27FC236}">
                <a16:creationId xmlns:a16="http://schemas.microsoft.com/office/drawing/2014/main" id="{B7B20C1E-0C15-41E1-83F9-59791232E1F8}"/>
              </a:ext>
            </a:extLst>
          </p:cNvPr>
          <p:cNvSpPr/>
          <p:nvPr/>
        </p:nvSpPr>
        <p:spPr>
          <a:xfrm>
            <a:off x="8599894" y="-33900"/>
            <a:ext cx="540000" cy="5203797"/>
          </a:xfrm>
          <a:custGeom>
            <a:avLst/>
            <a:gdLst/>
            <a:ahLst/>
            <a:cxnLst/>
            <a:rect l="l" t="t" r="r" b="b"/>
            <a:pathLst>
              <a:path w="1513" h="166415" extrusionOk="0">
                <a:moveTo>
                  <a:pt x="751" y="1"/>
                </a:moveTo>
                <a:cubicBezTo>
                  <a:pt x="346" y="1"/>
                  <a:pt x="1" y="334"/>
                  <a:pt x="1" y="751"/>
                </a:cubicBezTo>
                <a:lnTo>
                  <a:pt x="1" y="165664"/>
                </a:lnTo>
                <a:cubicBezTo>
                  <a:pt x="1" y="166081"/>
                  <a:pt x="334" y="166414"/>
                  <a:pt x="751" y="166414"/>
                </a:cubicBezTo>
                <a:cubicBezTo>
                  <a:pt x="1167" y="166414"/>
                  <a:pt x="1513" y="166081"/>
                  <a:pt x="1513" y="165664"/>
                </a:cubicBezTo>
                <a:lnTo>
                  <a:pt x="1513" y="751"/>
                </a:lnTo>
                <a:cubicBezTo>
                  <a:pt x="1513" y="334"/>
                  <a:pt x="1167" y="1"/>
                  <a:pt x="751" y="1"/>
                </a:cubicBezTo>
                <a:close/>
              </a:path>
            </a:pathLst>
          </a:custGeom>
          <a:solidFill>
            <a:srgbClr val="C8E4FA"/>
          </a:solidFill>
          <a:ln>
            <a:solidFill>
              <a:srgbClr val="C8E4FA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60153" y="523781"/>
            <a:ext cx="8223688" cy="14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2800"/>
            </a:pPr>
            <a:r>
              <a:rPr lang="en-GB" sz="2700" dirty="0">
                <a:solidFill>
                  <a:srgbClr val="3D98DE"/>
                </a:solidFill>
              </a:rPr>
              <a:t>V2 Evaluations for V3</a:t>
            </a:r>
            <a:endParaRPr lang="en-GB" sz="2700" noProof="0" dirty="0">
              <a:solidFill>
                <a:srgbClr val="3D98DE"/>
              </a:solidFill>
            </a:endParaRPr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785928" y="2017466"/>
            <a:ext cx="7572138" cy="10151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en-GB" sz="14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Presenter: Angelique </a:t>
            </a:r>
            <a:r>
              <a:rPr lang="en-GB" sz="1400" noProof="0" dirty="0" err="1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Raihany</a:t>
            </a:r>
            <a:r>
              <a:rPr lang="en-GB" sz="14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</a:t>
            </a:r>
            <a:r>
              <a:rPr lang="en-GB" sz="1400" noProof="0" dirty="0" err="1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Hadiva</a:t>
            </a:r>
            <a:endParaRPr lang="en-GB" sz="1400" noProof="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Advisor: Ping-Lang Yen, PhD.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10</a:t>
            </a:r>
            <a:r>
              <a:rPr lang="en-GB" sz="1400" baseline="300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th</a:t>
            </a:r>
            <a:r>
              <a:rPr lang="en-GB" sz="14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August 2026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Weekly Lab Meeting</a:t>
            </a:r>
            <a:endParaRPr lang="en-GB" sz="1400" noProof="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2" name="圖片 6">
            <a:extLst>
              <a:ext uri="{FF2B5EF4-FFF2-40B4-BE49-F238E27FC236}">
                <a16:creationId xmlns:a16="http://schemas.microsoft.com/office/drawing/2014/main" id="{56E3D0AD-8AF8-2A21-D048-5623808D2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581" y="3604600"/>
            <a:ext cx="659168" cy="10151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E0BF6C-8D87-F267-9D15-2AFF2AD9B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820" y="3625227"/>
            <a:ext cx="1547399" cy="994492"/>
          </a:xfrm>
          <a:prstGeom prst="rect">
            <a:avLst/>
          </a:prstGeom>
        </p:spPr>
      </p:pic>
      <p:pic>
        <p:nvPicPr>
          <p:cNvPr id="4" name="圖片 4">
            <a:extLst>
              <a:ext uri="{FF2B5EF4-FFF2-40B4-BE49-F238E27FC236}">
                <a16:creationId xmlns:a16="http://schemas.microsoft.com/office/drawing/2014/main" id="{777D5ABA-0F8D-CFBE-948B-5B076085790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816" b="98440" l="368" r="32138">
                        <a14:foregroundMark x1="12782" y1="67518" x2="12782" y2="67518"/>
                        <a14:foregroundMark x1="8874" y1="69220" x2="8874" y2="69220"/>
                        <a14:foregroundMark x1="13609" y1="67092" x2="13609" y2="67092"/>
                        <a14:foregroundMark x1="14437" y1="64539" x2="14437" y2="64539"/>
                        <a14:foregroundMark x1="21149" y1="64113" x2="21149" y2="64113"/>
                        <a14:foregroundMark x1="24598" y1="60851" x2="24598" y2="60851"/>
                        <a14:foregroundMark x1="26851" y1="70355" x2="26851" y2="70355"/>
                        <a14:foregroundMark x1="27908" y1="86099" x2="27908" y2="86099"/>
                        <a14:foregroundMark x1="23264" y1="86383" x2="20920" y2="66383"/>
                        <a14:foregroundMark x1="25425" y1="76596" x2="18897" y2="58723"/>
                        <a14:foregroundMark x1="18437" y1="60567" x2="19862" y2="78440"/>
                        <a14:foregroundMark x1="19632" y1="83121" x2="24828" y2="88936"/>
                        <a14:foregroundMark x1="25747" y1="93050" x2="30161" y2="63830"/>
                        <a14:foregroundMark x1="29563" y1="60851" x2="23034" y2="52908"/>
                        <a14:foregroundMark x1="22115" y1="22270" x2="14529" y2="13191"/>
                        <a14:foregroundMark x1="15126" y1="19007" x2="11586" y2="25957"/>
                        <a14:foregroundMark x1="11816" y1="28511" x2="18805" y2="33901"/>
                        <a14:foregroundMark x1="21287" y1="35319" x2="13103" y2="41560"/>
                        <a14:foregroundMark x1="11218" y1="44823" x2="15954" y2="49645"/>
                        <a14:foregroundMark x1="22437" y1="37589" x2="16322" y2="50638"/>
                        <a14:foregroundMark x1="16184" y1="44823" x2="9333" y2="21560"/>
                        <a14:foregroundMark x1="11678" y1="58014" x2="3310" y2="77730"/>
                        <a14:foregroundMark x1="4276" y1="61560" x2="11356" y2="90780"/>
                        <a14:foregroundMark x1="14161" y1="81986" x2="7448" y2="66383"/>
                        <a14:foregroundMark x1="9103" y1="54326" x2="2943" y2="59858"/>
                        <a14:foregroundMark x1="3310" y1="62411" x2="2345" y2="69645"/>
                        <a14:foregroundMark x1="2345" y1="76170" x2="2943" y2="83121"/>
                        <a14:foregroundMark x1="5333" y1="86383" x2="8506" y2="91489"/>
                        <a14:foregroundMark x1="11356" y1="90780" x2="14161" y2="78440"/>
                        <a14:foregroundMark x1="14529" y1="75177" x2="13333" y2="59007"/>
                        <a14:foregroundMark x1="15494" y1="14894" x2="10621" y2="21560"/>
                        <a14:foregroundMark x1="10299" y1="26950" x2="10989" y2="39716"/>
                        <a14:foregroundMark x1="11586" y1="42695" x2="15816" y2="51064"/>
                        <a14:foregroundMark x1="23816" y1="55603" x2="20138" y2="62128"/>
                        <a14:foregroundMark x1="20736" y1="60851" x2="29747" y2="78440"/>
                        <a14:foregroundMark x1="18069" y1="21135" x2="21563" y2="33050"/>
                        <a14:foregroundMark x1="21057" y1="44823" x2="17563" y2="49220"/>
                        <a14:foregroundMark x1="18621" y1="46667" x2="20644" y2="52199"/>
                        <a14:foregroundMark x1="21057" y1="53617" x2="20920" y2="59858"/>
                        <a14:foregroundMark x1="7724" y1="49645" x2="4966" y2="53901"/>
                        <a14:backgroundMark x1="10023" y1="9787" x2="10023" y2="9787"/>
                        <a14:backgroundMark x1="4506" y1="34610" x2="4506" y2="34610"/>
                        <a14:backgroundMark x1="28736" y1="31064" x2="28736" y2="31064"/>
                        <a14:backgroundMark x1="17149" y1="90780" x2="17149" y2="90780"/>
                        <a14:backgroundMark x1="4368" y1="94043" x2="4368" y2="940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7422"/>
          <a:stretch/>
        </p:blipFill>
        <p:spPr>
          <a:xfrm>
            <a:off x="4930390" y="3604040"/>
            <a:ext cx="1023973" cy="1018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900F6EF7-5B92-B031-18DF-17F623712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7D8C57-02A5-34DF-8179-A6170078D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72000" y="1103640"/>
            <a:ext cx="3060000" cy="3060000"/>
          </a:xfrm>
          <a:prstGeom prst="rect">
            <a:avLst/>
          </a:prstGeom>
        </p:spPr>
      </p:pic>
      <p:sp>
        <p:nvSpPr>
          <p:cNvPr id="6" name="文字版面配置區 2 1">
            <a:extLst>
              <a:ext uri="{FF2B5EF4-FFF2-40B4-BE49-F238E27FC236}">
                <a16:creationId xmlns:a16="http://schemas.microsoft.com/office/drawing/2014/main" id="{E221290C-0FD9-4F70-ACBB-27F270EA6BA9}"/>
              </a:ext>
            </a:extLst>
          </p:cNvPr>
          <p:cNvSpPr txBox="1">
            <a:spLocks/>
          </p:cNvSpPr>
          <p:nvPr/>
        </p:nvSpPr>
        <p:spPr>
          <a:xfrm>
            <a:off x="425057" y="694001"/>
            <a:ext cx="4581145" cy="3969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8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Assembled PCB (after rework)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DAC5CB0-5B47-AB15-E3DA-D9B796E20157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68" name="群組 11">
              <a:extLst>
                <a:ext uri="{FF2B5EF4-FFF2-40B4-BE49-F238E27FC236}">
                  <a16:creationId xmlns:a16="http://schemas.microsoft.com/office/drawing/2014/main" id="{AD52EE5F-08E3-C37E-F0C4-8F09C5BFCEB7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71" name="Google Shape;57;p15">
                <a:extLst>
                  <a:ext uri="{FF2B5EF4-FFF2-40B4-BE49-F238E27FC236}">
                    <a16:creationId xmlns:a16="http://schemas.microsoft.com/office/drawing/2014/main" id="{969EC734-7CAC-8541-EDED-AA7E9381C9D5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  <a:sym typeface="Fira Sans Extra Condensed"/>
                </a:endParaRPr>
              </a:p>
            </p:txBody>
          </p:sp>
          <p:pic>
            <p:nvPicPr>
              <p:cNvPr id="72" name="圖片 13">
                <a:extLst>
                  <a:ext uri="{FF2B5EF4-FFF2-40B4-BE49-F238E27FC236}">
                    <a16:creationId xmlns:a16="http://schemas.microsoft.com/office/drawing/2014/main" id="{E764C6AB-975B-3A08-DEEB-BBFC1A5468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9" name="圖片 3">
              <a:extLst>
                <a:ext uri="{FF2B5EF4-FFF2-40B4-BE49-F238E27FC236}">
                  <a16:creationId xmlns:a16="http://schemas.microsoft.com/office/drawing/2014/main" id="{6AB9825A-B64D-3C6F-F3AC-2788456DB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0" name="圖片 4">
              <a:extLst>
                <a:ext uri="{FF2B5EF4-FFF2-40B4-BE49-F238E27FC236}">
                  <a16:creationId xmlns:a16="http://schemas.microsoft.com/office/drawing/2014/main" id="{F444AE93-FF15-4EE4-DB45-9CCCFD7E25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F2C9692-FAAC-B674-70C2-7FDC5301DD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en-GB" noProof="0" smtClean="0"/>
              <a:t>2</a:t>
            </a:fld>
            <a:endParaRPr lang="en-GB" noProof="0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B6D5D30B-095A-5C66-9DB5-981EF2410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GB" sz="2400" noProof="0" dirty="0">
                <a:solidFill>
                  <a:srgbClr val="3D98DE"/>
                </a:solidFill>
              </a:rPr>
              <a:t>Assembled PCB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7ED402-FB31-293C-C028-E3EEFE7D69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514481" y="1103640"/>
            <a:ext cx="3060000" cy="3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15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49701108-EB5B-C5E3-B471-0B38B3C65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CDB9EF02-12B6-35AE-0541-062A5A34CDAC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68" name="群組 11">
              <a:extLst>
                <a:ext uri="{FF2B5EF4-FFF2-40B4-BE49-F238E27FC236}">
                  <a16:creationId xmlns:a16="http://schemas.microsoft.com/office/drawing/2014/main" id="{FFD94499-D351-9B30-BB15-149F59F8A0D1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71" name="Google Shape;57;p15">
                <a:extLst>
                  <a:ext uri="{FF2B5EF4-FFF2-40B4-BE49-F238E27FC236}">
                    <a16:creationId xmlns:a16="http://schemas.microsoft.com/office/drawing/2014/main" id="{3BCDD2FC-EDD8-08BC-36D6-6751B3D1CBB3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  <a:sym typeface="Fira Sans Extra Condensed"/>
                </a:endParaRPr>
              </a:p>
            </p:txBody>
          </p:sp>
          <p:pic>
            <p:nvPicPr>
              <p:cNvPr id="72" name="圖片 13">
                <a:extLst>
                  <a:ext uri="{FF2B5EF4-FFF2-40B4-BE49-F238E27FC236}">
                    <a16:creationId xmlns:a16="http://schemas.microsoft.com/office/drawing/2014/main" id="{F38FBFBD-3605-D208-76C0-8AB51CE531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9" name="圖片 3">
              <a:extLst>
                <a:ext uri="{FF2B5EF4-FFF2-40B4-BE49-F238E27FC236}">
                  <a16:creationId xmlns:a16="http://schemas.microsoft.com/office/drawing/2014/main" id="{C0C80B23-C894-0806-0D7F-AFD441344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0" name="圖片 4">
              <a:extLst>
                <a:ext uri="{FF2B5EF4-FFF2-40B4-BE49-F238E27FC236}">
                  <a16:creationId xmlns:a16="http://schemas.microsoft.com/office/drawing/2014/main" id="{4CCB007F-32A5-33A9-362A-36800BBDE4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2B5EA7D-3989-9C36-9DB8-0C72034798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en-GB" noProof="0" smtClean="0"/>
              <a:t>3</a:t>
            </a:fld>
            <a:endParaRPr lang="en-GB" noProof="0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84F5D988-81CA-BB91-F347-BEFAD3A47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GB" sz="2400" noProof="0" dirty="0">
                <a:solidFill>
                  <a:srgbClr val="3D98DE"/>
                </a:solidFill>
              </a:rPr>
              <a:t>Considerations for V3</a:t>
            </a:r>
          </a:p>
        </p:txBody>
      </p:sp>
      <p:sp>
        <p:nvSpPr>
          <p:cNvPr id="7" name="文字版面配置區 2 1">
            <a:extLst>
              <a:ext uri="{FF2B5EF4-FFF2-40B4-BE49-F238E27FC236}">
                <a16:creationId xmlns:a16="http://schemas.microsoft.com/office/drawing/2014/main" id="{84708E99-C223-7126-9E08-330B376E283B}"/>
              </a:ext>
            </a:extLst>
          </p:cNvPr>
          <p:cNvSpPr txBox="1">
            <a:spLocks/>
          </p:cNvSpPr>
          <p:nvPr/>
        </p:nvSpPr>
        <p:spPr>
          <a:xfrm>
            <a:off x="425057" y="694001"/>
            <a:ext cx="4581145" cy="3969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8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Power supply circuit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8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Copper pour setting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8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Relay circuit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8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USB circuit</a:t>
            </a:r>
            <a:endParaRPr lang="en-GB" sz="1800" noProof="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8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Test points and extension pins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8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Module to bare IC interface + </a:t>
            </a:r>
            <a:r>
              <a:rPr lang="en-GB" sz="18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SD Card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8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Ethernet</a:t>
            </a:r>
            <a:endParaRPr lang="en-GB" sz="1800" noProof="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endParaRPr lang="en-GB" sz="180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endParaRPr lang="en-GB" sz="1800" noProof="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273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E0D6B444-D887-A7D3-3837-59A8ADDF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84ED2F58-0D7F-247C-C380-3498C2A9A47C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68" name="群組 11">
              <a:extLst>
                <a:ext uri="{FF2B5EF4-FFF2-40B4-BE49-F238E27FC236}">
                  <a16:creationId xmlns:a16="http://schemas.microsoft.com/office/drawing/2014/main" id="{4E11FB49-5B16-8299-C41C-1E6EC9B21DDD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71" name="Google Shape;57;p15">
                <a:extLst>
                  <a:ext uri="{FF2B5EF4-FFF2-40B4-BE49-F238E27FC236}">
                    <a16:creationId xmlns:a16="http://schemas.microsoft.com/office/drawing/2014/main" id="{E2144342-A3FF-A7F5-7548-90E6F78FBB0D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  <a:sym typeface="Fira Sans Extra Condensed"/>
                </a:endParaRPr>
              </a:p>
            </p:txBody>
          </p:sp>
          <p:pic>
            <p:nvPicPr>
              <p:cNvPr id="72" name="圖片 13">
                <a:extLst>
                  <a:ext uri="{FF2B5EF4-FFF2-40B4-BE49-F238E27FC236}">
                    <a16:creationId xmlns:a16="http://schemas.microsoft.com/office/drawing/2014/main" id="{7F52289B-5F6D-C7B6-417B-B1C7005A2E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9" name="圖片 3">
              <a:extLst>
                <a:ext uri="{FF2B5EF4-FFF2-40B4-BE49-F238E27FC236}">
                  <a16:creationId xmlns:a16="http://schemas.microsoft.com/office/drawing/2014/main" id="{DF59137F-0B86-8F11-1EFE-7AC70AA56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0" name="圖片 4">
              <a:extLst>
                <a:ext uri="{FF2B5EF4-FFF2-40B4-BE49-F238E27FC236}">
                  <a16:creationId xmlns:a16="http://schemas.microsoft.com/office/drawing/2014/main" id="{2AC7416B-92A2-7D86-40E2-91C49F9C6F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125E655-38B9-EB39-F43D-0EBE8755A3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en-GB" noProof="0" smtClean="0"/>
              <a:t>4</a:t>
            </a:fld>
            <a:endParaRPr lang="en-GB" noProof="0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AFC68432-FC1D-E970-0D8F-8297C4741E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GB" sz="2400" noProof="0" dirty="0">
                <a:solidFill>
                  <a:srgbClr val="3D98DE"/>
                </a:solidFill>
              </a:rPr>
              <a:t>V3 Considerations - Power</a:t>
            </a:r>
          </a:p>
        </p:txBody>
      </p:sp>
      <p:sp>
        <p:nvSpPr>
          <p:cNvPr id="6" name="文字版面配置區 2 1">
            <a:extLst>
              <a:ext uri="{FF2B5EF4-FFF2-40B4-BE49-F238E27FC236}">
                <a16:creationId xmlns:a16="http://schemas.microsoft.com/office/drawing/2014/main" id="{6B5530CE-CA6A-21B6-DE8E-F6361E6D98D6}"/>
              </a:ext>
            </a:extLst>
          </p:cNvPr>
          <p:cNvSpPr txBox="1">
            <a:spLocks/>
          </p:cNvSpPr>
          <p:nvPr/>
        </p:nvSpPr>
        <p:spPr>
          <a:xfrm>
            <a:off x="173936" y="3195989"/>
            <a:ext cx="4752000" cy="2043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3V3 Regulator will keep using TPS79533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Need proof-of-concept test in simulation and real test first</a:t>
            </a:r>
            <a:endParaRPr lang="en-GB" sz="1600" noProof="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3" name="文字版面配置區 2 1">
            <a:extLst>
              <a:ext uri="{FF2B5EF4-FFF2-40B4-BE49-F238E27FC236}">
                <a16:creationId xmlns:a16="http://schemas.microsoft.com/office/drawing/2014/main" id="{AE8F6352-04D6-01AE-983A-7C52E8D31437}"/>
              </a:ext>
            </a:extLst>
          </p:cNvPr>
          <p:cNvSpPr txBox="1">
            <a:spLocks/>
          </p:cNvSpPr>
          <p:nvPr/>
        </p:nvSpPr>
        <p:spPr>
          <a:xfrm>
            <a:off x="174609" y="693007"/>
            <a:ext cx="4752000" cy="2086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Change module to buck IC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Scheme: 12V input </a:t>
            </a: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  <a:sym typeface="Wingdings" panose="05000000000000000000" pitchFamily="2" charset="2"/>
              </a:rPr>
              <a:t> 12to5V </a:t>
            </a:r>
            <a:r>
              <a:rPr lang="en-US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  <a:sym typeface="Wingdings" panose="05000000000000000000" pitchFamily="2" charset="2"/>
              </a:rPr>
              <a:t>buck  3V3 regulator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5V b</a:t>
            </a:r>
            <a:r>
              <a:rPr lang="en-US" sz="1600" noProof="0" dirty="0" err="1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uck</a:t>
            </a: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IC example: TPS62933. Footprint: SOT-583 (8) (1.6mm x 2.1mm)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F59174-2616-ECAD-47BA-B85B6B4E4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7504" y="693007"/>
            <a:ext cx="3462565" cy="3536852"/>
          </a:xfrm>
          <a:prstGeom prst="rect">
            <a:avLst/>
          </a:prstGeom>
        </p:spPr>
      </p:pic>
      <p:pic>
        <p:nvPicPr>
          <p:cNvPr id="9" name="Picture 2" descr="8-pin (DRL) package image">
            <a:extLst>
              <a:ext uri="{FF2B5EF4-FFF2-40B4-BE49-F238E27FC236}">
                <a16:creationId xmlns:a16="http://schemas.microsoft.com/office/drawing/2014/main" id="{E93C0DE2-0D3F-7D56-FA45-96A11468D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78" y="2127557"/>
            <a:ext cx="2077413" cy="116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869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92DB66C8-7F38-CE2C-EFD0-69225F602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AEE7E82D-6858-B646-9D73-4EB268B39065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68" name="群組 11">
              <a:extLst>
                <a:ext uri="{FF2B5EF4-FFF2-40B4-BE49-F238E27FC236}">
                  <a16:creationId xmlns:a16="http://schemas.microsoft.com/office/drawing/2014/main" id="{A75AFDE6-5EB2-1E61-0047-BAD29D281082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71" name="Google Shape;57;p15">
                <a:extLst>
                  <a:ext uri="{FF2B5EF4-FFF2-40B4-BE49-F238E27FC236}">
                    <a16:creationId xmlns:a16="http://schemas.microsoft.com/office/drawing/2014/main" id="{8977A34D-6DCF-F02D-8513-0015BB54BED6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  <a:sym typeface="Fira Sans Extra Condensed"/>
                </a:endParaRPr>
              </a:p>
            </p:txBody>
          </p:sp>
          <p:pic>
            <p:nvPicPr>
              <p:cNvPr id="72" name="圖片 13">
                <a:extLst>
                  <a:ext uri="{FF2B5EF4-FFF2-40B4-BE49-F238E27FC236}">
                    <a16:creationId xmlns:a16="http://schemas.microsoft.com/office/drawing/2014/main" id="{12B7A134-9B83-A32D-F473-1E19DE8A3E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9" name="圖片 3">
              <a:extLst>
                <a:ext uri="{FF2B5EF4-FFF2-40B4-BE49-F238E27FC236}">
                  <a16:creationId xmlns:a16="http://schemas.microsoft.com/office/drawing/2014/main" id="{1B915AB6-53D0-EB70-69CE-91BDC07C0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0" name="圖片 4">
              <a:extLst>
                <a:ext uri="{FF2B5EF4-FFF2-40B4-BE49-F238E27FC236}">
                  <a16:creationId xmlns:a16="http://schemas.microsoft.com/office/drawing/2014/main" id="{C462766A-C8A8-0E63-6BC4-D980624883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8D799F5-E1C1-D06A-7EC3-B8F0F07A8E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en-GB" noProof="0" smtClean="0"/>
              <a:t>5</a:t>
            </a:fld>
            <a:endParaRPr lang="en-GB" noProof="0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0FC87A46-9FCE-CA5F-BD4E-A52E82561A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GB" sz="2400" noProof="0" dirty="0">
                <a:solidFill>
                  <a:srgbClr val="3D98DE"/>
                </a:solidFill>
              </a:rPr>
              <a:t>V3 Considerations – Power (initial test board, optional)</a:t>
            </a:r>
          </a:p>
        </p:txBody>
      </p:sp>
      <p:sp>
        <p:nvSpPr>
          <p:cNvPr id="6" name="文字版面配置區 2 1">
            <a:extLst>
              <a:ext uri="{FF2B5EF4-FFF2-40B4-BE49-F238E27FC236}">
                <a16:creationId xmlns:a16="http://schemas.microsoft.com/office/drawing/2014/main" id="{A7937EA0-B6C3-5CD2-119C-D017B974ACCF}"/>
              </a:ext>
            </a:extLst>
          </p:cNvPr>
          <p:cNvSpPr txBox="1">
            <a:spLocks/>
          </p:cNvSpPr>
          <p:nvPr/>
        </p:nvSpPr>
        <p:spPr>
          <a:xfrm>
            <a:off x="173936" y="2933598"/>
            <a:ext cx="4898996" cy="2043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R8, R9, and R10 are 0R which can be removed for current testing of 12V, 5V, and 3V3, respectively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Reverse voltage protection moved to 12V rail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5V to 3V3 remains the same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TP4 uses pin header as test point for checking the switching frequency in oscilloscope</a:t>
            </a:r>
            <a:endParaRPr lang="en-GB" sz="1600" noProof="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161D6-6A78-5A4A-1C60-3815227A09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913" y="650765"/>
            <a:ext cx="5204556" cy="21720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3B3072-4EC1-8659-3FC6-3945C0EA5C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0924" y="661929"/>
            <a:ext cx="2122468" cy="21496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775F1D-41EE-301B-0B0E-D8003E4AA8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9434" y="2822772"/>
            <a:ext cx="2415483" cy="226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112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11BE782A-E364-6073-924A-4E1FF586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9224D05D-4E7A-C952-FAB2-6B1A6F50E5D7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68" name="群組 11">
              <a:extLst>
                <a:ext uri="{FF2B5EF4-FFF2-40B4-BE49-F238E27FC236}">
                  <a16:creationId xmlns:a16="http://schemas.microsoft.com/office/drawing/2014/main" id="{78643F47-579D-B27F-5838-B33B326E720B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71" name="Google Shape;57;p15">
                <a:extLst>
                  <a:ext uri="{FF2B5EF4-FFF2-40B4-BE49-F238E27FC236}">
                    <a16:creationId xmlns:a16="http://schemas.microsoft.com/office/drawing/2014/main" id="{A027CB9B-C612-39F1-3511-F23014A3B1A2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  <a:sym typeface="Fira Sans Extra Condensed"/>
                </a:endParaRPr>
              </a:p>
            </p:txBody>
          </p:sp>
          <p:pic>
            <p:nvPicPr>
              <p:cNvPr id="72" name="圖片 13">
                <a:extLst>
                  <a:ext uri="{FF2B5EF4-FFF2-40B4-BE49-F238E27FC236}">
                    <a16:creationId xmlns:a16="http://schemas.microsoft.com/office/drawing/2014/main" id="{F7F8BB50-007C-633B-44B7-1EE4A21C03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9" name="圖片 3">
              <a:extLst>
                <a:ext uri="{FF2B5EF4-FFF2-40B4-BE49-F238E27FC236}">
                  <a16:creationId xmlns:a16="http://schemas.microsoft.com/office/drawing/2014/main" id="{4E18F859-1921-D24D-25DB-C14DC4687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0" name="圖片 4">
              <a:extLst>
                <a:ext uri="{FF2B5EF4-FFF2-40B4-BE49-F238E27FC236}">
                  <a16:creationId xmlns:a16="http://schemas.microsoft.com/office/drawing/2014/main" id="{A9E15DB5-17FC-E877-E27B-2E34B79ABB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C1E759A-1271-8BE2-6A7B-D01D8CCA6A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en-GB" noProof="0" smtClean="0"/>
              <a:t>6</a:t>
            </a:fld>
            <a:endParaRPr lang="en-GB" noProof="0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50DB13DA-2B62-3A3B-0071-FEB05CA8B7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GB" sz="2400" noProof="0" dirty="0">
                <a:solidFill>
                  <a:srgbClr val="3D98DE"/>
                </a:solidFill>
              </a:rPr>
              <a:t>Copper pour</a:t>
            </a:r>
          </a:p>
        </p:txBody>
      </p:sp>
      <p:sp>
        <p:nvSpPr>
          <p:cNvPr id="6" name="文字版面配置區 2 1">
            <a:extLst>
              <a:ext uri="{FF2B5EF4-FFF2-40B4-BE49-F238E27FC236}">
                <a16:creationId xmlns:a16="http://schemas.microsoft.com/office/drawing/2014/main" id="{A1641157-7884-473C-04FF-94E98145400A}"/>
              </a:ext>
            </a:extLst>
          </p:cNvPr>
          <p:cNvSpPr txBox="1">
            <a:spLocks/>
          </p:cNvSpPr>
          <p:nvPr/>
        </p:nvSpPr>
        <p:spPr>
          <a:xfrm>
            <a:off x="4434840" y="694000"/>
            <a:ext cx="3937220" cy="2940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In PCB v2, </a:t>
            </a:r>
            <a:r>
              <a:rPr lang="en-US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ground pads have bad solder joints because </a:t>
            </a: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the solder is hard to stick to the pad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Copper pour affects heat dissipation and soldering quality, specifically for outer layer copper pour 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Thermal reliefs limit heat loss; heat from the solder tip only spreads within the spokes, while heat spreads too early when using solid copper pour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E3FB16-A673-EE75-FEFE-37ED58008C8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3414" t="180" r="12837" b="-180"/>
          <a:stretch>
            <a:fillRect/>
          </a:stretch>
        </p:blipFill>
        <p:spPr>
          <a:xfrm rot="5400000">
            <a:off x="1216516" y="179750"/>
            <a:ext cx="1722606" cy="28710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E6DD30F-4CF1-538E-0FC1-1E2272E91781}"/>
              </a:ext>
            </a:extLst>
          </p:cNvPr>
          <p:cNvSpPr txBox="1"/>
          <p:nvPr/>
        </p:nvSpPr>
        <p:spPr>
          <a:xfrm>
            <a:off x="1668780" y="1338256"/>
            <a:ext cx="170413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Soldered pads example</a:t>
            </a:r>
            <a:endParaRPr lang="en-ID" sz="1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B37DD8-FA94-70B6-6549-9C19421FB9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269" y="2476558"/>
            <a:ext cx="2705100" cy="16954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AFFC9C6-078D-4F02-045B-0E80512DB355}"/>
              </a:ext>
            </a:extLst>
          </p:cNvPr>
          <p:cNvSpPr txBox="1"/>
          <p:nvPr/>
        </p:nvSpPr>
        <p:spPr>
          <a:xfrm>
            <a:off x="784861" y="4112549"/>
            <a:ext cx="5638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Solid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C05263-1115-4B63-4155-A83150DAC928}"/>
              </a:ext>
            </a:extLst>
          </p:cNvPr>
          <p:cNvSpPr txBox="1"/>
          <p:nvPr/>
        </p:nvSpPr>
        <p:spPr>
          <a:xfrm>
            <a:off x="2039719" y="4112549"/>
            <a:ext cx="108966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Thermal relief</a:t>
            </a:r>
          </a:p>
        </p:txBody>
      </p:sp>
    </p:spTree>
    <p:extLst>
      <p:ext uri="{BB962C8B-B14F-4D97-AF65-F5344CB8AC3E}">
        <p14:creationId xmlns:p14="http://schemas.microsoft.com/office/powerpoint/2010/main" val="2458145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83D6DB08-6BB8-317A-9FA2-C5D15382E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D5142D78-4EFA-F52A-62F2-AEB33B08F7BF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68" name="群組 11">
              <a:extLst>
                <a:ext uri="{FF2B5EF4-FFF2-40B4-BE49-F238E27FC236}">
                  <a16:creationId xmlns:a16="http://schemas.microsoft.com/office/drawing/2014/main" id="{B8951B60-EA9B-A701-95AE-9088A7E345E4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71" name="Google Shape;57;p15">
                <a:extLst>
                  <a:ext uri="{FF2B5EF4-FFF2-40B4-BE49-F238E27FC236}">
                    <a16:creationId xmlns:a16="http://schemas.microsoft.com/office/drawing/2014/main" id="{2A1791D6-CF5A-0222-57CD-027E50762A9A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  <a:sym typeface="Fira Sans Extra Condensed"/>
                </a:endParaRPr>
              </a:p>
            </p:txBody>
          </p:sp>
          <p:pic>
            <p:nvPicPr>
              <p:cNvPr id="72" name="圖片 13">
                <a:extLst>
                  <a:ext uri="{FF2B5EF4-FFF2-40B4-BE49-F238E27FC236}">
                    <a16:creationId xmlns:a16="http://schemas.microsoft.com/office/drawing/2014/main" id="{A34A6E8F-3B05-810A-8E7E-BEF937BBD8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9" name="圖片 3">
              <a:extLst>
                <a:ext uri="{FF2B5EF4-FFF2-40B4-BE49-F238E27FC236}">
                  <a16:creationId xmlns:a16="http://schemas.microsoft.com/office/drawing/2014/main" id="{05F82A90-469C-B1CE-2320-90FDC32C2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0" name="圖片 4">
              <a:extLst>
                <a:ext uri="{FF2B5EF4-FFF2-40B4-BE49-F238E27FC236}">
                  <a16:creationId xmlns:a16="http://schemas.microsoft.com/office/drawing/2014/main" id="{A09C9EE8-D166-913E-8D88-C4DB2B7C27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09EA5A8-6C80-6DF2-00FC-41B74C845E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en-GB" noProof="0" smtClean="0"/>
              <a:t>7</a:t>
            </a:fld>
            <a:endParaRPr lang="en-GB" noProof="0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CB989BF7-48C2-37D9-D643-CC0D990BB9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GB" sz="2400" noProof="0" dirty="0">
                <a:solidFill>
                  <a:srgbClr val="3D98DE"/>
                </a:solidFill>
              </a:rPr>
              <a:t>Relay circuit</a:t>
            </a:r>
          </a:p>
        </p:txBody>
      </p:sp>
      <p:sp>
        <p:nvSpPr>
          <p:cNvPr id="6" name="文字版面配置區 2 1">
            <a:extLst>
              <a:ext uri="{FF2B5EF4-FFF2-40B4-BE49-F238E27FC236}">
                <a16:creationId xmlns:a16="http://schemas.microsoft.com/office/drawing/2014/main" id="{6B02B278-8E96-1EBF-89E0-1B6E0E33BE8B}"/>
              </a:ext>
            </a:extLst>
          </p:cNvPr>
          <p:cNvSpPr txBox="1">
            <a:spLocks/>
          </p:cNvSpPr>
          <p:nvPr/>
        </p:nvSpPr>
        <p:spPr>
          <a:xfrm>
            <a:off x="174609" y="2890608"/>
            <a:ext cx="7999331" cy="2086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Datasheet shows bottom-view footprint layout without pin numbering, which makes confusion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In V2, the contact pin order is NC-COM-NO. Correct order: NO-COM-NC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Pin 3 and 4 of the optocoupler footprint were swapped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Low voltage side should be pulled up to 5V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endParaRPr lang="en-GB" sz="1600" noProof="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0245B-DCEC-4278-9421-A330579E96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29" y="814971"/>
            <a:ext cx="5226437" cy="152828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979E634-CB77-0826-F173-D6E33339A0AE}"/>
              </a:ext>
            </a:extLst>
          </p:cNvPr>
          <p:cNvGrpSpPr>
            <a:grpSpLocks noChangeAspect="1"/>
          </p:cNvGrpSpPr>
          <p:nvPr/>
        </p:nvGrpSpPr>
        <p:grpSpPr>
          <a:xfrm>
            <a:off x="5353940" y="278568"/>
            <a:ext cx="3217563" cy="2498960"/>
            <a:chOff x="5103524" y="166626"/>
            <a:chExt cx="3325256" cy="258260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1415652-EF7B-68A5-BF0A-9ADCB52402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7581" t="5073" r="5601" b="4369"/>
            <a:stretch>
              <a:fillRect/>
            </a:stretch>
          </p:blipFill>
          <p:spPr bwMode="auto">
            <a:xfrm>
              <a:off x="6580372" y="1457927"/>
              <a:ext cx="1848408" cy="129130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F2AAE51-8AD3-FEB6-B64F-2233BD41904E}"/>
                </a:ext>
              </a:extLst>
            </p:cNvPr>
            <p:cNvSpPr txBox="1"/>
            <p:nvPr/>
          </p:nvSpPr>
          <p:spPr>
            <a:xfrm>
              <a:off x="5111513" y="2048724"/>
              <a:ext cx="1466975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Corrected footprint</a:t>
              </a:r>
              <a:endParaRPr lang="en-ID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E1DDA9B-15A2-2BD6-76C8-F8BDFCCC4D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7581" t="5073" r="5601" b="4369"/>
            <a:stretch>
              <a:fillRect/>
            </a:stretch>
          </p:blipFill>
          <p:spPr bwMode="auto">
            <a:xfrm>
              <a:off x="6580371" y="166626"/>
              <a:ext cx="1848409" cy="129130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79684D2-32FE-CD55-5B95-D5069A0FB412}"/>
                    </a:ext>
                  </a:extLst>
                </p14:cNvPr>
                <p14:cNvContentPartPr/>
                <p14:nvPr/>
              </p14:nvContentPartPr>
              <p14:xfrm>
                <a:off x="8107761" y="1165073"/>
                <a:ext cx="160200" cy="152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79684D2-32FE-CD55-5B95-D5069A0FB41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98469" y="1155742"/>
                  <a:ext cx="178413" cy="1705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32E6415-B80E-168B-04A2-966072085543}"/>
                    </a:ext>
                  </a:extLst>
                </p14:cNvPr>
                <p14:cNvContentPartPr/>
                <p14:nvPr/>
              </p14:nvContentPartPr>
              <p14:xfrm>
                <a:off x="8118561" y="633173"/>
                <a:ext cx="150120" cy="115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32E6415-B80E-168B-04A2-96607208554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09248" y="623885"/>
                  <a:ext cx="168373" cy="134125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46598B-A3F0-B7F2-AEDD-29DC84203857}"/>
                </a:ext>
              </a:extLst>
            </p:cNvPr>
            <p:cNvSpPr txBox="1"/>
            <p:nvPr/>
          </p:nvSpPr>
          <p:spPr>
            <a:xfrm>
              <a:off x="8070486" y="532227"/>
              <a:ext cx="2242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  <a:endParaRPr lang="en-ID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59C6FE5-01B1-623E-6AEE-D60259B462C3}"/>
                </a:ext>
              </a:extLst>
            </p:cNvPr>
            <p:cNvSpPr txBox="1"/>
            <p:nvPr/>
          </p:nvSpPr>
          <p:spPr>
            <a:xfrm>
              <a:off x="8070486" y="1087528"/>
              <a:ext cx="2242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  <a:endParaRPr lang="en-ID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B53055-17A4-5B71-5A3B-B992C5B1D501}"/>
                </a:ext>
              </a:extLst>
            </p:cNvPr>
            <p:cNvSpPr txBox="1"/>
            <p:nvPr/>
          </p:nvSpPr>
          <p:spPr>
            <a:xfrm>
              <a:off x="5103524" y="737228"/>
              <a:ext cx="1466975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Footprint used</a:t>
              </a:r>
              <a:endParaRPr lang="en-ID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9324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4E8D7D05-03DD-C4B0-D205-A4D99E76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2D097665-D4D1-39A6-B6A5-EE6BBCC238AE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68" name="群組 11">
              <a:extLst>
                <a:ext uri="{FF2B5EF4-FFF2-40B4-BE49-F238E27FC236}">
                  <a16:creationId xmlns:a16="http://schemas.microsoft.com/office/drawing/2014/main" id="{762E774C-1ACF-D0C8-C200-F6EAF61CD7FA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71" name="Google Shape;57;p15">
                <a:extLst>
                  <a:ext uri="{FF2B5EF4-FFF2-40B4-BE49-F238E27FC236}">
                    <a16:creationId xmlns:a16="http://schemas.microsoft.com/office/drawing/2014/main" id="{2EE58D92-933F-93CC-0C03-016B6964E703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  <a:sym typeface="Fira Sans Extra Condensed"/>
                </a:endParaRPr>
              </a:p>
            </p:txBody>
          </p:sp>
          <p:pic>
            <p:nvPicPr>
              <p:cNvPr id="72" name="圖片 13">
                <a:extLst>
                  <a:ext uri="{FF2B5EF4-FFF2-40B4-BE49-F238E27FC236}">
                    <a16:creationId xmlns:a16="http://schemas.microsoft.com/office/drawing/2014/main" id="{5975462E-DB3E-4DF2-3FD9-317DD70250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9" name="圖片 3">
              <a:extLst>
                <a:ext uri="{FF2B5EF4-FFF2-40B4-BE49-F238E27FC236}">
                  <a16:creationId xmlns:a16="http://schemas.microsoft.com/office/drawing/2014/main" id="{97DBE3EE-9B8F-6E94-42A7-6D1E09D6F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0" name="圖片 4">
              <a:extLst>
                <a:ext uri="{FF2B5EF4-FFF2-40B4-BE49-F238E27FC236}">
                  <a16:creationId xmlns:a16="http://schemas.microsoft.com/office/drawing/2014/main" id="{3FF86A36-1045-43A4-ECB5-0CAAE8CDB6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B85057D-A318-DF61-A05D-0A3DD6CDF8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en-GB" noProof="0" smtClean="0"/>
              <a:t>8</a:t>
            </a:fld>
            <a:endParaRPr lang="en-GB" noProof="0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6E5B0D41-B1B5-1373-B45A-B29147D69E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GB" sz="2400" noProof="0" dirty="0">
                <a:solidFill>
                  <a:srgbClr val="3D98DE"/>
                </a:solidFill>
              </a:rPr>
              <a:t>USB Circuit</a:t>
            </a:r>
          </a:p>
        </p:txBody>
      </p:sp>
      <p:sp>
        <p:nvSpPr>
          <p:cNvPr id="13" name="文字版面配置區 2 1">
            <a:extLst>
              <a:ext uri="{FF2B5EF4-FFF2-40B4-BE49-F238E27FC236}">
                <a16:creationId xmlns:a16="http://schemas.microsoft.com/office/drawing/2014/main" id="{EE2DDD8A-65A2-59A4-C8ED-ADA1F8F6FB54}"/>
              </a:ext>
            </a:extLst>
          </p:cNvPr>
          <p:cNvSpPr txBox="1">
            <a:spLocks/>
          </p:cNvSpPr>
          <p:nvPr/>
        </p:nvSpPr>
        <p:spPr>
          <a:xfrm>
            <a:off x="4282440" y="409047"/>
            <a:ext cx="4341485" cy="369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Current PCB v2 USB circuit acts as device-only USB, but is not connected to FSUSB_VBUS pin (PA12 in M467HJHAN)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MCU needs FSUSB_VBUS signal to detect that a USB host has supplied VBUS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VBUS switch (e.g., TPS2065C) is required for USB host/OTG: it provides controlled 5V power to the USB connector with current limiting, short-circuit protection, and fault reporting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VBUS must be enabled only in host mode via FSUSB_VBUS_EN to avoid back-powering.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endParaRPr lang="en-GB" sz="160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837BA-6066-9DC3-D286-C848287BC1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649" b="13968"/>
          <a:stretch>
            <a:fillRect/>
          </a:stretch>
        </p:blipFill>
        <p:spPr>
          <a:xfrm>
            <a:off x="251420" y="725076"/>
            <a:ext cx="4031020" cy="14204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962F7B-5F4E-9A9E-11C4-F779FA231F83}"/>
              </a:ext>
            </a:extLst>
          </p:cNvPr>
          <p:cNvSpPr txBox="1"/>
          <p:nvPr/>
        </p:nvSpPr>
        <p:spPr>
          <a:xfrm>
            <a:off x="1508826" y="586577"/>
            <a:ext cx="151620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PCB v2 USB circuit</a:t>
            </a:r>
            <a:endParaRPr lang="en-ID" sz="1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A3F976-05F9-6E5C-D495-4BEF473B8D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20" y="2190833"/>
            <a:ext cx="3633746" cy="10290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1539F9-CBC8-1269-4D01-A4A2D0A943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115" y="3219910"/>
            <a:ext cx="2315756" cy="18149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AD49710-2FD7-4D6E-E43C-4F8D778BBB64}"/>
              </a:ext>
            </a:extLst>
          </p:cNvPr>
          <p:cNvSpPr txBox="1"/>
          <p:nvPr/>
        </p:nvSpPr>
        <p:spPr>
          <a:xfrm>
            <a:off x="134586" y="2201618"/>
            <a:ext cx="151620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Numaker</a:t>
            </a:r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FS USB</a:t>
            </a:r>
            <a:endParaRPr lang="en-ID" sz="1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F74BCC-FA53-F4AD-7058-5C008E82A6B1}"/>
              </a:ext>
            </a:extLst>
          </p:cNvPr>
          <p:cNvSpPr txBox="1"/>
          <p:nvPr/>
        </p:nvSpPr>
        <p:spPr>
          <a:xfrm>
            <a:off x="175220" y="4632795"/>
            <a:ext cx="151620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Nucleo</a:t>
            </a:r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USB</a:t>
            </a:r>
            <a:endParaRPr lang="en-ID" sz="1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699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3A3D0C87-5E35-42AD-4BE7-FA55E947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E69BDDB2-854D-17F6-998F-E61716521121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68" name="群組 11">
              <a:extLst>
                <a:ext uri="{FF2B5EF4-FFF2-40B4-BE49-F238E27FC236}">
                  <a16:creationId xmlns:a16="http://schemas.microsoft.com/office/drawing/2014/main" id="{AF47A555-589A-A28C-64E6-BD8E05272F97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71" name="Google Shape;57;p15">
                <a:extLst>
                  <a:ext uri="{FF2B5EF4-FFF2-40B4-BE49-F238E27FC236}">
                    <a16:creationId xmlns:a16="http://schemas.microsoft.com/office/drawing/2014/main" id="{E7D5CD76-2D2F-4553-9E1E-7CD764D6EEB6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  <a:sym typeface="Fira Sans Extra Condensed"/>
                </a:endParaRPr>
              </a:p>
            </p:txBody>
          </p:sp>
          <p:pic>
            <p:nvPicPr>
              <p:cNvPr id="72" name="圖片 13">
                <a:extLst>
                  <a:ext uri="{FF2B5EF4-FFF2-40B4-BE49-F238E27FC236}">
                    <a16:creationId xmlns:a16="http://schemas.microsoft.com/office/drawing/2014/main" id="{F088F549-50F5-533C-FE87-01B9D924D8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9" name="圖片 3">
              <a:extLst>
                <a:ext uri="{FF2B5EF4-FFF2-40B4-BE49-F238E27FC236}">
                  <a16:creationId xmlns:a16="http://schemas.microsoft.com/office/drawing/2014/main" id="{F5B845A1-BFA7-385B-1BE4-647310FE8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0" name="圖片 4">
              <a:extLst>
                <a:ext uri="{FF2B5EF4-FFF2-40B4-BE49-F238E27FC236}">
                  <a16:creationId xmlns:a16="http://schemas.microsoft.com/office/drawing/2014/main" id="{B123DD69-3219-8C1A-309B-554ECCFE3C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803EDC-D26D-5D50-4160-6EA254324E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en-GB" noProof="0" smtClean="0"/>
              <a:t>9</a:t>
            </a:fld>
            <a:endParaRPr lang="en-GB" noProof="0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E26AE334-5582-5476-BE56-FA5513012A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GB" sz="2400" noProof="0" dirty="0">
                <a:solidFill>
                  <a:srgbClr val="3D98DE"/>
                </a:solidFill>
              </a:rPr>
              <a:t>Test Points and Extension Pins</a:t>
            </a:r>
          </a:p>
        </p:txBody>
      </p:sp>
      <p:sp>
        <p:nvSpPr>
          <p:cNvPr id="13" name="文字版面配置區 2 1">
            <a:extLst>
              <a:ext uri="{FF2B5EF4-FFF2-40B4-BE49-F238E27FC236}">
                <a16:creationId xmlns:a16="http://schemas.microsoft.com/office/drawing/2014/main" id="{CD52D8D6-9C59-EE31-29F6-40796EDAF937}"/>
              </a:ext>
            </a:extLst>
          </p:cNvPr>
          <p:cNvSpPr txBox="1">
            <a:spLocks/>
          </p:cNvSpPr>
          <p:nvPr/>
        </p:nvSpPr>
        <p:spPr>
          <a:xfrm>
            <a:off x="177545" y="2393363"/>
            <a:ext cx="4186807" cy="1532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For PWM and DAC, test points should be on both input and output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endParaRPr lang="en-GB" sz="160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CCAA7A-2695-704D-6533-884FC6953D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220" y="694001"/>
            <a:ext cx="4191456" cy="169936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E0FACBA-6127-1ACF-80C8-EB6352BE7EC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17" t="1988"/>
          <a:stretch>
            <a:fillRect/>
          </a:stretch>
        </p:blipFill>
        <p:spPr>
          <a:xfrm>
            <a:off x="4678090" y="331723"/>
            <a:ext cx="3608067" cy="17396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5FE935-9B34-3C10-D702-5F5A55AB68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6866212" y="116985"/>
            <a:ext cx="1592039" cy="21691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BE666E7-D807-69CB-4F06-C97DD4D46234}"/>
                  </a:ext>
                </a:extLst>
              </p14:cNvPr>
              <p14:cNvContentPartPr/>
              <p14:nvPr/>
            </p14:nvContentPartPr>
            <p14:xfrm>
              <a:off x="5593080" y="829386"/>
              <a:ext cx="956184" cy="528786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BE666E7-D807-69CB-4F06-C97DD4D4623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84080" y="820747"/>
                <a:ext cx="973824" cy="546424"/>
              </a:xfrm>
              <a:prstGeom prst="rect">
                <a:avLst/>
              </a:prstGeom>
            </p:spPr>
          </p:pic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7D42629-3870-5FEB-C89B-A9A4BCBB8570}"/>
              </a:ext>
            </a:extLst>
          </p:cNvPr>
          <p:cNvCxnSpPr>
            <a:cxnSpLocks/>
          </p:cNvCxnSpPr>
          <p:nvPr/>
        </p:nvCxnSpPr>
        <p:spPr>
          <a:xfrm>
            <a:off x="4572000" y="556260"/>
            <a:ext cx="0" cy="45872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版面配置區 2 1">
            <a:extLst>
              <a:ext uri="{FF2B5EF4-FFF2-40B4-BE49-F238E27FC236}">
                <a16:creationId xmlns:a16="http://schemas.microsoft.com/office/drawing/2014/main" id="{23217038-D161-9409-E19C-7E2C58D65845}"/>
              </a:ext>
            </a:extLst>
          </p:cNvPr>
          <p:cNvSpPr txBox="1">
            <a:spLocks/>
          </p:cNvSpPr>
          <p:nvPr/>
        </p:nvSpPr>
        <p:spPr>
          <a:xfrm>
            <a:off x="4560368" y="2071400"/>
            <a:ext cx="4096090" cy="185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In </a:t>
            </a:r>
            <a:r>
              <a:rPr lang="en-GB" sz="1600" dirty="0" err="1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Numaker</a:t>
            </a:r>
            <a:r>
              <a:rPr lang="en-GB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M467, pins used for Ethernet are included in the extension pins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Length matching for the RMII pins is more difficult because the through-hole pads create </a:t>
            </a:r>
            <a:r>
              <a:rPr lang="en-US" sz="16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extra routing distance and possible branch stubs</a:t>
            </a:r>
            <a:endParaRPr lang="en-GB" sz="160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004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9E95C74E-190E-1E74-CF7E-A9448F4CB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37959058-72AC-C987-CD70-4DB035FAE9AF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68" name="群組 11">
              <a:extLst>
                <a:ext uri="{FF2B5EF4-FFF2-40B4-BE49-F238E27FC236}">
                  <a16:creationId xmlns:a16="http://schemas.microsoft.com/office/drawing/2014/main" id="{77DD583E-6B0A-9D3C-7A3B-0667D9B37E13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71" name="Google Shape;57;p15">
                <a:extLst>
                  <a:ext uri="{FF2B5EF4-FFF2-40B4-BE49-F238E27FC236}">
                    <a16:creationId xmlns:a16="http://schemas.microsoft.com/office/drawing/2014/main" id="{4734E85B-060C-CA62-8753-FF8A4B05160E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  <a:sym typeface="Fira Sans Extra Condensed"/>
                </a:endParaRPr>
              </a:p>
            </p:txBody>
          </p:sp>
          <p:pic>
            <p:nvPicPr>
              <p:cNvPr id="72" name="圖片 13">
                <a:extLst>
                  <a:ext uri="{FF2B5EF4-FFF2-40B4-BE49-F238E27FC236}">
                    <a16:creationId xmlns:a16="http://schemas.microsoft.com/office/drawing/2014/main" id="{E90BFC90-0DD0-4BC8-FD73-C2ED813B42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9" name="圖片 3">
              <a:extLst>
                <a:ext uri="{FF2B5EF4-FFF2-40B4-BE49-F238E27FC236}">
                  <a16:creationId xmlns:a16="http://schemas.microsoft.com/office/drawing/2014/main" id="{C43E95D3-21DF-A9C8-594D-2615C8DFC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0" name="圖片 4">
              <a:extLst>
                <a:ext uri="{FF2B5EF4-FFF2-40B4-BE49-F238E27FC236}">
                  <a16:creationId xmlns:a16="http://schemas.microsoft.com/office/drawing/2014/main" id="{055DCF54-4BDB-E40C-AAFA-1A61363C3E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560D2C-F7AF-8BEF-A161-72B65DFA94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en-GB" noProof="0" smtClean="0"/>
              <a:t>10</a:t>
            </a:fld>
            <a:endParaRPr lang="en-GB" noProof="0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AD621D11-1990-71B3-15AE-9AED8C800F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GB" sz="2400" dirty="0">
                <a:solidFill>
                  <a:srgbClr val="3D98DE"/>
                </a:solidFill>
              </a:rPr>
              <a:t>Module to Embedded for CAN and SD Card </a:t>
            </a:r>
            <a:endParaRPr lang="en-GB" sz="2400" noProof="0" dirty="0">
              <a:solidFill>
                <a:srgbClr val="3D98DE"/>
              </a:solidFill>
            </a:endParaRPr>
          </a:p>
        </p:txBody>
      </p:sp>
      <p:sp>
        <p:nvSpPr>
          <p:cNvPr id="6" name="文字版面配置區 2 1">
            <a:extLst>
              <a:ext uri="{FF2B5EF4-FFF2-40B4-BE49-F238E27FC236}">
                <a16:creationId xmlns:a16="http://schemas.microsoft.com/office/drawing/2014/main" id="{DC263E8A-AE25-C020-A64A-D56071E618F1}"/>
              </a:ext>
            </a:extLst>
          </p:cNvPr>
          <p:cNvSpPr txBox="1">
            <a:spLocks/>
          </p:cNvSpPr>
          <p:nvPr/>
        </p:nvSpPr>
        <p:spPr>
          <a:xfrm>
            <a:off x="3697422" y="2567998"/>
            <a:ext cx="4807767" cy="2479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SD card was available on V1 in a module connector but removed in V2. CAN is available on both versions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6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Using module is easier, but embedding the interface on the PCB save more spaces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endParaRPr lang="en-US" sz="1600" noProof="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endParaRPr lang="en-GB" sz="1600" noProof="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657066-FA1F-8BCC-9F81-56C83923EC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47" y="719968"/>
            <a:ext cx="2921522" cy="1889758"/>
          </a:xfrm>
          <a:prstGeom prst="rect">
            <a:avLst/>
          </a:prstGeom>
        </p:spPr>
      </p:pic>
      <p:pic>
        <p:nvPicPr>
          <p:cNvPr id="5" name="Picture 4" descr="Breadboard of the Circuit">
            <a:extLst>
              <a:ext uri="{FF2B5EF4-FFF2-40B4-BE49-F238E27FC236}">
                <a16:creationId xmlns:a16="http://schemas.microsoft.com/office/drawing/2014/main" id="{FA428C5A-6724-FAFF-AEB9-6C5C53D5046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3898"/>
          <a:stretch>
            <a:fillRect/>
          </a:stretch>
        </p:blipFill>
        <p:spPr>
          <a:xfrm>
            <a:off x="222102" y="3328222"/>
            <a:ext cx="3335812" cy="1571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C2E202-42F9-5CCE-FACB-2CB90F482C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504" y="2635694"/>
            <a:ext cx="2230377" cy="8585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8BB9ED-FA06-1C4E-1A6D-88C158A801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925" y="506554"/>
            <a:ext cx="3287864" cy="19483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B69E24-2E93-6BA6-2C35-AB7DBC07E1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4678" y="1033633"/>
            <a:ext cx="1878247" cy="126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36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55AF64A0-7B01-0E1A-EB83-476068065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C15D246C-2450-CF72-8887-799C71B8C681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68" name="群組 11">
              <a:extLst>
                <a:ext uri="{FF2B5EF4-FFF2-40B4-BE49-F238E27FC236}">
                  <a16:creationId xmlns:a16="http://schemas.microsoft.com/office/drawing/2014/main" id="{AA70BFE4-D310-2061-B73C-83A60C04B26E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71" name="Google Shape;57;p15">
                <a:extLst>
                  <a:ext uri="{FF2B5EF4-FFF2-40B4-BE49-F238E27FC236}">
                    <a16:creationId xmlns:a16="http://schemas.microsoft.com/office/drawing/2014/main" id="{7DD74619-5777-8DBE-F82A-82C5F9C865EA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  <a:sym typeface="Fira Sans Extra Condensed"/>
                </a:endParaRPr>
              </a:p>
            </p:txBody>
          </p:sp>
          <p:pic>
            <p:nvPicPr>
              <p:cNvPr id="72" name="圖片 13">
                <a:extLst>
                  <a:ext uri="{FF2B5EF4-FFF2-40B4-BE49-F238E27FC236}">
                    <a16:creationId xmlns:a16="http://schemas.microsoft.com/office/drawing/2014/main" id="{719A1B17-9E75-5713-3254-4AFD4F502A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9" name="圖片 3">
              <a:extLst>
                <a:ext uri="{FF2B5EF4-FFF2-40B4-BE49-F238E27FC236}">
                  <a16:creationId xmlns:a16="http://schemas.microsoft.com/office/drawing/2014/main" id="{B2C758AE-C906-2056-B1F2-4C1D20157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0" name="圖片 4">
              <a:extLst>
                <a:ext uri="{FF2B5EF4-FFF2-40B4-BE49-F238E27FC236}">
                  <a16:creationId xmlns:a16="http://schemas.microsoft.com/office/drawing/2014/main" id="{27BF6E1E-22E7-3D25-2CCD-305FCDBBAB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2D6983A-CDAE-7D37-4B34-F957F5E341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en-GB" noProof="0" smtClean="0"/>
              <a:t>11</a:t>
            </a:fld>
            <a:endParaRPr lang="en-GB" noProof="0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E90632DA-71C7-9ACD-BD0C-2C4C823788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GB" sz="2400" noProof="0" dirty="0">
                <a:solidFill>
                  <a:srgbClr val="3D98DE"/>
                </a:solidFill>
              </a:rPr>
              <a:t>Ethernet</a:t>
            </a:r>
          </a:p>
        </p:txBody>
      </p:sp>
      <p:sp>
        <p:nvSpPr>
          <p:cNvPr id="29" name="文字版面配置區 2 1">
            <a:extLst>
              <a:ext uri="{FF2B5EF4-FFF2-40B4-BE49-F238E27FC236}">
                <a16:creationId xmlns:a16="http://schemas.microsoft.com/office/drawing/2014/main" id="{84566414-1B0B-5F47-76F4-9E08A76FBFC6}"/>
              </a:ext>
            </a:extLst>
          </p:cNvPr>
          <p:cNvSpPr txBox="1">
            <a:spLocks/>
          </p:cNvSpPr>
          <p:nvPr/>
        </p:nvSpPr>
        <p:spPr>
          <a:xfrm>
            <a:off x="35674" y="3579797"/>
            <a:ext cx="6788120" cy="185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4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Current schematic and component placement follow the </a:t>
            </a:r>
            <a:r>
              <a:rPr lang="en-US" sz="1400" dirty="0" err="1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Numaker</a:t>
            </a:r>
            <a:r>
              <a:rPr lang="en-US" sz="14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M467 Ethernet circuit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400" dirty="0" err="1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Nucleo’s</a:t>
            </a:r>
            <a:r>
              <a:rPr lang="en-US" sz="14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Ethernet uses different components, but the transformer pinout is compatible with PCB v2 ethernet transformer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sz="14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Since both transformer have 1:1 turns ratio on RX and TX, the transformer, also PHY IC, can be placed on top layer like </a:t>
            </a:r>
            <a:r>
              <a:rPr lang="en-US" sz="1400" dirty="0" err="1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Nucleo’s</a:t>
            </a:r>
            <a:r>
              <a:rPr lang="en-US" sz="14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Ethernet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endParaRPr lang="en-GB" sz="140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A00513-B9FF-0C8E-E1B4-F971F128AA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4399" y="2133377"/>
            <a:ext cx="3686536" cy="160044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DC55A3-F4D9-CE69-20B7-DC6F9AA769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8436" y="254650"/>
            <a:ext cx="4160520" cy="206799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A942B05-DD17-45F4-711C-20FDF54730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5362" y="2070608"/>
            <a:ext cx="1677046" cy="22474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4F56C8-1460-7EC7-F0E4-754195DF5BF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4183" t="-1" r="14381" b="-1"/>
          <a:stretch>
            <a:fillRect/>
          </a:stretch>
        </p:blipFill>
        <p:spPr bwMode="auto">
          <a:xfrm>
            <a:off x="230187" y="605990"/>
            <a:ext cx="2668249" cy="28017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B5BD8E-EF1B-6DDE-EACA-A173BFDF2C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37639" y="416036"/>
            <a:ext cx="2675573" cy="15941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7E6F8DF-8F37-235C-330C-E8FC198C8F56}"/>
              </a:ext>
            </a:extLst>
          </p:cNvPr>
          <p:cNvSpPr txBox="1"/>
          <p:nvPr/>
        </p:nvSpPr>
        <p:spPr>
          <a:xfrm>
            <a:off x="175220" y="636568"/>
            <a:ext cx="121559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PCB v2 Ethernet layout</a:t>
            </a:r>
            <a:endParaRPr lang="en-ID" sz="1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5C4FDD-CC79-DEB8-B7DE-3B15AD3A2EF5}"/>
              </a:ext>
            </a:extLst>
          </p:cNvPr>
          <p:cNvSpPr txBox="1"/>
          <p:nvPr/>
        </p:nvSpPr>
        <p:spPr>
          <a:xfrm>
            <a:off x="3204399" y="225943"/>
            <a:ext cx="1977201" cy="2769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PCB v2 Ethernet schematic</a:t>
            </a:r>
            <a:endParaRPr lang="en-ID" sz="1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EABCA8-F614-CA1A-3D7D-971C42E5906A}"/>
              </a:ext>
            </a:extLst>
          </p:cNvPr>
          <p:cNvSpPr txBox="1"/>
          <p:nvPr/>
        </p:nvSpPr>
        <p:spPr>
          <a:xfrm>
            <a:off x="6974224" y="161870"/>
            <a:ext cx="145230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TS8121CLF pinout</a:t>
            </a:r>
            <a:endParaRPr lang="en-ID" sz="1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7702CD-8C82-A1A3-7104-67A454773D6F}"/>
              </a:ext>
            </a:extLst>
          </p:cNvPr>
          <p:cNvSpPr txBox="1"/>
          <p:nvPr/>
        </p:nvSpPr>
        <p:spPr>
          <a:xfrm>
            <a:off x="3052679" y="2334377"/>
            <a:ext cx="1977201" cy="2769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Nucleo</a:t>
            </a:r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Ethernet schematic</a:t>
            </a:r>
            <a:endParaRPr lang="en-ID" sz="1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B112B2-9439-005C-15C0-259E7313D021}"/>
              </a:ext>
            </a:extLst>
          </p:cNvPr>
          <p:cNvSpPr txBox="1"/>
          <p:nvPr/>
        </p:nvSpPr>
        <p:spPr>
          <a:xfrm>
            <a:off x="7090929" y="3726097"/>
            <a:ext cx="123429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Nucleo</a:t>
            </a:r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Ethernet placement</a:t>
            </a:r>
            <a:endParaRPr lang="en-ID" sz="1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508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8622E09D-B890-721A-1F36-11EEDD5FC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E7CA96B0-2D0E-5B68-8A3D-D95AD7BD2C73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68" name="群組 11">
              <a:extLst>
                <a:ext uri="{FF2B5EF4-FFF2-40B4-BE49-F238E27FC236}">
                  <a16:creationId xmlns:a16="http://schemas.microsoft.com/office/drawing/2014/main" id="{A1095C8E-B7F3-48E9-083F-AFD7074C1B4E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71" name="Google Shape;57;p15">
                <a:extLst>
                  <a:ext uri="{FF2B5EF4-FFF2-40B4-BE49-F238E27FC236}">
                    <a16:creationId xmlns:a16="http://schemas.microsoft.com/office/drawing/2014/main" id="{5D4F2FA5-8A36-C549-565D-2A0E9F9D2966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  <a:sym typeface="Fira Sans Extra Condensed"/>
                </a:endParaRPr>
              </a:p>
            </p:txBody>
          </p:sp>
          <p:pic>
            <p:nvPicPr>
              <p:cNvPr id="72" name="圖片 13">
                <a:extLst>
                  <a:ext uri="{FF2B5EF4-FFF2-40B4-BE49-F238E27FC236}">
                    <a16:creationId xmlns:a16="http://schemas.microsoft.com/office/drawing/2014/main" id="{7256DE98-AF8E-C906-E9E5-1B68BEC4B5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9" name="圖片 3">
              <a:extLst>
                <a:ext uri="{FF2B5EF4-FFF2-40B4-BE49-F238E27FC236}">
                  <a16:creationId xmlns:a16="http://schemas.microsoft.com/office/drawing/2014/main" id="{B3F0E233-8021-CA22-5B08-A069E958B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0" name="圖片 4">
              <a:extLst>
                <a:ext uri="{FF2B5EF4-FFF2-40B4-BE49-F238E27FC236}">
                  <a16:creationId xmlns:a16="http://schemas.microsoft.com/office/drawing/2014/main" id="{8FA84BE5-79B2-0AE4-96FD-2A601ED228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8C14D0-4B59-00D5-F0FC-5F3C710A67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en-GB" noProof="0" smtClean="0"/>
              <a:t>12</a:t>
            </a:fld>
            <a:endParaRPr lang="en-GB" noProof="0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777883CE-6C48-13AA-9122-5051A0CB82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GB" sz="2400" noProof="0" dirty="0">
                <a:solidFill>
                  <a:srgbClr val="3D98DE"/>
                </a:solidFill>
              </a:rPr>
              <a:t>Current Progress and Timeline</a:t>
            </a:r>
          </a:p>
        </p:txBody>
      </p:sp>
      <p:sp>
        <p:nvSpPr>
          <p:cNvPr id="7" name="文字版面配置區 2 1">
            <a:extLst>
              <a:ext uri="{FF2B5EF4-FFF2-40B4-BE49-F238E27FC236}">
                <a16:creationId xmlns:a16="http://schemas.microsoft.com/office/drawing/2014/main" id="{B0CA71FC-136E-BD84-8062-935746522FC3}"/>
              </a:ext>
            </a:extLst>
          </p:cNvPr>
          <p:cNvSpPr txBox="1">
            <a:spLocks/>
          </p:cNvSpPr>
          <p:nvPr/>
        </p:nvSpPr>
        <p:spPr>
          <a:xfrm>
            <a:off x="425057" y="694001"/>
            <a:ext cx="6468724" cy="3969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80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Schematics 50%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GB" sz="1800" noProof="0" dirty="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Timeline</a:t>
            </a: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endParaRPr lang="en-GB" sz="180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57188" lvl="1" indent="-342900" algn="just">
              <a:spcBef>
                <a:spcPts val="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endParaRPr lang="en-GB" sz="1800" noProof="0" dirty="0">
              <a:solidFill>
                <a:schemeClr val="tx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E8D26-95B0-674E-3099-E91721C033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220" y="1446240"/>
            <a:ext cx="8181892" cy="130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05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imeline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EB2FC"/>
      </a:accent1>
      <a:accent2>
        <a:srgbClr val="69E781"/>
      </a:accent2>
      <a:accent3>
        <a:srgbClr val="869FB2"/>
      </a:accent3>
      <a:accent4>
        <a:srgbClr val="4949E7"/>
      </a:accent4>
      <a:accent5>
        <a:srgbClr val="FCBD24"/>
      </a:accent5>
      <a:accent6>
        <a:srgbClr val="EC3A3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129193</TotalTime>
  <Words>588</Words>
  <Application>Microsoft Office PowerPoint</Application>
  <PresentationFormat>On-screen Show (16:9)</PresentationFormat>
  <Paragraphs>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Fira Sans Extra Condensed</vt:lpstr>
      <vt:lpstr>Roboto</vt:lpstr>
      <vt:lpstr>CMU Sans Serif</vt:lpstr>
      <vt:lpstr>Arial</vt:lpstr>
      <vt:lpstr>CMU SANS SERIF MEDIUM</vt:lpstr>
      <vt:lpstr>Fira Sans Extra Condensed SemiBold</vt:lpstr>
      <vt:lpstr>Wingdings</vt:lpstr>
      <vt:lpstr>Timeline Infographics by Slidesgo</vt:lpstr>
      <vt:lpstr>V2 Evaluations for V3</vt:lpstr>
      <vt:lpstr>Assembled PCB</vt:lpstr>
      <vt:lpstr>Considerations for V3</vt:lpstr>
      <vt:lpstr>V3 Considerations - Power</vt:lpstr>
      <vt:lpstr>V3 Considerations – Power (initial test board, optional)</vt:lpstr>
      <vt:lpstr>Copper pour</vt:lpstr>
      <vt:lpstr>Relay circuit</vt:lpstr>
      <vt:lpstr>USB Circuit</vt:lpstr>
      <vt:lpstr>Test Points and Extension Pins</vt:lpstr>
      <vt:lpstr>Module to Embedded for CAN and SD Card </vt:lpstr>
      <vt:lpstr>Ethernet</vt:lpstr>
      <vt:lpstr>Current Progress and 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 Infographics</dc:title>
  <dc:creator>rai .</dc:creator>
  <cp:lastModifiedBy>rai .</cp:lastModifiedBy>
  <cp:revision>6798</cp:revision>
  <dcterms:modified xsi:type="dcterms:W3CDTF">2026-08-14T07:40:11Z</dcterms:modified>
</cp:coreProperties>
</file>