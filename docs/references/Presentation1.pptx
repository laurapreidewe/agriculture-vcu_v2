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F2D1A-B095-C0C7-7FC0-535B7896E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CC64-C90E-635C-3075-EBD082700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EA758-580C-D9F2-FE0E-2C75AAA11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86FD2-316D-C13D-B173-3C80D4A4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A802D-D14D-6B76-DD54-AD24EB61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026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A1B43-A3CD-F69C-BBF6-8A70BF6E7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573E2-4EF9-E67C-C5B2-FA0B93411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8ACE7-5A2E-F58A-890B-C983950C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77FB7-7ADA-0DFE-6387-CBEADB4BD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D22CF-A9C7-C8FC-7BEB-55FE51A8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3032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53E3-ACA2-A5A6-4CFA-E829E923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16126-0E9A-C2B4-61CC-D5BAC6CDC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714A4-2617-6A10-BBB9-2C774883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CAF9C-3DE1-2213-7C08-B7ED6BFD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CD62-6FC2-0A1D-FE00-37077F38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76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CFF8-40CF-6EE4-F3E1-055234197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A4426-76E6-16C0-B621-B55CF2208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A06FE3-3123-581F-A911-DF13F524E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EA05D-621D-AEFB-7EFB-244A7AA45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D3D8A-145B-F208-FB9A-9E0F9105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B721F-4091-943B-6A23-085D6E7E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4260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CC3E8-D608-3F1F-2D67-0BC5EA454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0B113-E515-CFD3-7289-E129A321E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107B3-1A23-D21A-22D4-2989DF14D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7DE73-7177-D925-33AD-BC8FE1C39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086671-77D2-91AD-85CD-32B19D379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56C353-DE0C-CDCA-51FF-556ED145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56D29C-BB53-E6FB-A4D8-6B68240A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8B0AF-BE66-95E7-B317-29D8148B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505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02C4-E0E8-EBBF-55C6-0625BE3E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2FB1C9-C32A-63E0-34C3-553FA7FF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3CDB4-A703-8296-B2B3-0CFEED64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67C26-F984-1004-3C6F-FBDB398A8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7891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837EF-D7BB-CA49-A7A1-7D5E8F482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383519-2D89-389D-D6E7-0BF48218A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26F69-C7CA-E481-CF54-8EDDD5C3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902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78CF5-8FD8-CD32-9D09-72146161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9AF6-4378-12DF-CF48-80925B6CD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2CE69-07D3-CB2C-E4BF-88F2FA772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B2555-A8FC-09E1-067B-7394E9FC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957E7-E7B5-6FAC-C2F7-A14B9C1FB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4868F-945E-DF84-063F-E74281D5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2649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E99C-7B37-6696-2D76-22320136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42423-827C-CC40-48D7-1C4E48DFF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15D4-4E5A-4CA1-C056-59CF302DB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00E06-A3CD-32FF-42E8-8C40C71E5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A0998-7675-840D-856B-3D190B30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9A4AC-C191-E6DC-5A67-2A952C90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3034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3FAF-C0A3-7C3F-B7CC-156A2D287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DC0DD-7464-15F8-F032-1EFA55B74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6EDFB-F72D-C104-D887-0715D225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11EBC-176F-047F-5308-F53B21C4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FCCDA-F490-2823-E5C1-9F99AFE6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1162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1CEACA-3FAD-20B7-EEE7-C4C6278B9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C624D-3B2A-621E-DFD9-210CAD2E3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14E8B-11F9-CDF5-EB16-E434A39FB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FB6BE-80A1-DEA7-0880-979AE40E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48A45-3783-AAAE-E963-8BEAAB5B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109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3A3FC-8D25-1852-49D2-42917B11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51927-3259-E15C-8D10-BBDE34F36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10848-1933-F0E8-06D4-94B85BADE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CC3D5-8830-4307-8A2E-7017F4A1DC59}" type="datetimeFigureOut">
              <a:rPr lang="en-ID" smtClean="0"/>
              <a:t>27/04/2026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1E5B8-1908-9D92-CDC9-C07776027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CC7F6-E2D4-3C17-B6C9-CD585836A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055CE-028D-4127-8607-0B2FA2A94DF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94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DDC211-68C1-EBC7-14CF-0077EE71E1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1" t="6018" r="7148" b="3501"/>
          <a:stretch>
            <a:fillRect/>
          </a:stretch>
        </p:blipFill>
        <p:spPr>
          <a:xfrm>
            <a:off x="5445760" y="288725"/>
            <a:ext cx="6410960" cy="64109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B6C9EB-9B22-4FA7-F13D-6F2D79A68233}"/>
              </a:ext>
            </a:extLst>
          </p:cNvPr>
          <p:cNvSpPr/>
          <p:nvPr/>
        </p:nvSpPr>
        <p:spPr>
          <a:xfrm>
            <a:off x="5613400" y="1045645"/>
            <a:ext cx="838200" cy="1026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F3087-5D6C-643F-4446-2448BD43124A}"/>
              </a:ext>
            </a:extLst>
          </p:cNvPr>
          <p:cNvSpPr/>
          <p:nvPr/>
        </p:nvSpPr>
        <p:spPr>
          <a:xfrm>
            <a:off x="5516880" y="3854885"/>
            <a:ext cx="2204720" cy="142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70956-4AF5-B7ED-F2A0-CCEBADCBE0F2}"/>
              </a:ext>
            </a:extLst>
          </p:cNvPr>
          <p:cNvSpPr/>
          <p:nvPr/>
        </p:nvSpPr>
        <p:spPr>
          <a:xfrm>
            <a:off x="6522720" y="512245"/>
            <a:ext cx="1381760" cy="1920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A19465-91D7-B31C-F548-D827614DC3DE}"/>
              </a:ext>
            </a:extLst>
          </p:cNvPr>
          <p:cNvSpPr/>
          <p:nvPr/>
        </p:nvSpPr>
        <p:spPr>
          <a:xfrm>
            <a:off x="5110480" y="1391085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7982A7-8952-34F5-1B9C-EBAE274D2830}"/>
              </a:ext>
            </a:extLst>
          </p:cNvPr>
          <p:cNvCxnSpPr>
            <a:cxnSpLocks/>
            <a:stCxn id="6" idx="1"/>
            <a:endCxn id="10" idx="6"/>
          </p:cNvCxnSpPr>
          <p:nvPr/>
        </p:nvCxnSpPr>
        <p:spPr>
          <a:xfrm flipH="1">
            <a:off x="5445760" y="1558725"/>
            <a:ext cx="1676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3C886CD-07D7-41F1-D44F-A237FBAFBC81}"/>
              </a:ext>
            </a:extLst>
          </p:cNvPr>
          <p:cNvSpPr/>
          <p:nvPr/>
        </p:nvSpPr>
        <p:spPr>
          <a:xfrm>
            <a:off x="6085840" y="2371526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54822F-040E-2081-42DE-379F8E0CBA13}"/>
              </a:ext>
            </a:extLst>
          </p:cNvPr>
          <p:cNvCxnSpPr>
            <a:cxnSpLocks/>
            <a:endCxn id="17" idx="6"/>
          </p:cNvCxnSpPr>
          <p:nvPr/>
        </p:nvCxnSpPr>
        <p:spPr>
          <a:xfrm flipH="1">
            <a:off x="6421120" y="2432485"/>
            <a:ext cx="101600" cy="1066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62FA9DD-F2D1-A3FC-D93D-981B2F5962CF}"/>
              </a:ext>
            </a:extLst>
          </p:cNvPr>
          <p:cNvSpPr/>
          <p:nvPr/>
        </p:nvSpPr>
        <p:spPr>
          <a:xfrm>
            <a:off x="7940040" y="400485"/>
            <a:ext cx="695960" cy="8432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3E27CE-BBC8-16FC-0D02-2AA73A5D726E}"/>
              </a:ext>
            </a:extLst>
          </p:cNvPr>
          <p:cNvSpPr/>
          <p:nvPr/>
        </p:nvSpPr>
        <p:spPr>
          <a:xfrm>
            <a:off x="8671560" y="430965"/>
            <a:ext cx="960120" cy="6756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7281791-F591-FA48-B077-B71EDDFAC6F3}"/>
              </a:ext>
            </a:extLst>
          </p:cNvPr>
          <p:cNvSpPr/>
          <p:nvPr/>
        </p:nvSpPr>
        <p:spPr>
          <a:xfrm>
            <a:off x="7904480" y="26597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F66601-29DE-64B7-1074-3B86AFF49130}"/>
              </a:ext>
            </a:extLst>
          </p:cNvPr>
          <p:cNvCxnSpPr>
            <a:cxnSpLocks/>
            <a:stCxn id="24" idx="0"/>
            <a:endCxn id="26" idx="5"/>
          </p:cNvCxnSpPr>
          <p:nvPr/>
        </p:nvCxnSpPr>
        <p:spPr>
          <a:xfrm flipH="1" flipV="1">
            <a:off x="8190659" y="312776"/>
            <a:ext cx="97361" cy="877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DDE81D1-44C2-D3D6-0C16-69502E3EC7A3}"/>
              </a:ext>
            </a:extLst>
          </p:cNvPr>
          <p:cNvSpPr/>
          <p:nvPr/>
        </p:nvSpPr>
        <p:spPr>
          <a:xfrm>
            <a:off x="8983980" y="30480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18C8A32-F966-B04A-AEE7-3CFFF319841E}"/>
              </a:ext>
            </a:extLst>
          </p:cNvPr>
          <p:cNvCxnSpPr>
            <a:cxnSpLocks/>
            <a:stCxn id="33" idx="4"/>
            <a:endCxn id="25" idx="0"/>
          </p:cNvCxnSpPr>
          <p:nvPr/>
        </p:nvCxnSpPr>
        <p:spPr>
          <a:xfrm>
            <a:off x="9151620" y="365760"/>
            <a:ext cx="0" cy="652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45A7D20-5EFE-9E54-BC03-123511160A02}"/>
              </a:ext>
            </a:extLst>
          </p:cNvPr>
          <p:cNvSpPr/>
          <p:nvPr/>
        </p:nvSpPr>
        <p:spPr>
          <a:xfrm>
            <a:off x="9667240" y="568125"/>
            <a:ext cx="1329944" cy="6756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FBEE5F9-F5B6-406E-A3F7-05B24482BA8A}"/>
              </a:ext>
            </a:extLst>
          </p:cNvPr>
          <p:cNvSpPr/>
          <p:nvPr/>
        </p:nvSpPr>
        <p:spPr>
          <a:xfrm>
            <a:off x="10164572" y="63082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49FC16C-110D-CE8C-077D-6CCD84EC3A26}"/>
              </a:ext>
            </a:extLst>
          </p:cNvPr>
          <p:cNvCxnSpPr>
            <a:cxnSpLocks/>
            <a:stCxn id="38" idx="4"/>
            <a:endCxn id="37" idx="0"/>
          </p:cNvCxnSpPr>
          <p:nvPr/>
        </p:nvCxnSpPr>
        <p:spPr>
          <a:xfrm>
            <a:off x="10332212" y="398362"/>
            <a:ext cx="0" cy="1697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0AFB7EE-9EB2-9B2C-32E0-33AC81733B37}"/>
              </a:ext>
            </a:extLst>
          </p:cNvPr>
          <p:cNvSpPr/>
          <p:nvPr/>
        </p:nvSpPr>
        <p:spPr>
          <a:xfrm>
            <a:off x="8431620" y="2774205"/>
            <a:ext cx="1440000" cy="144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6F3C1D-968A-8523-E3DF-290785C8B4CB}"/>
              </a:ext>
            </a:extLst>
          </p:cNvPr>
          <p:cNvSpPr/>
          <p:nvPr/>
        </p:nvSpPr>
        <p:spPr>
          <a:xfrm>
            <a:off x="7372263" y="3244096"/>
            <a:ext cx="479725" cy="479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44BCDA5-7A0E-A97F-A76F-CD077B5141A6}"/>
              </a:ext>
            </a:extLst>
          </p:cNvPr>
          <p:cNvSpPr/>
          <p:nvPr/>
        </p:nvSpPr>
        <p:spPr>
          <a:xfrm>
            <a:off x="11032744" y="1185344"/>
            <a:ext cx="695960" cy="9299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D6888A4-8439-2B5F-4F3B-DB66E2954D78}"/>
              </a:ext>
            </a:extLst>
          </p:cNvPr>
          <p:cNvSpPr/>
          <p:nvPr/>
        </p:nvSpPr>
        <p:spPr>
          <a:xfrm>
            <a:off x="11032744" y="2115311"/>
            <a:ext cx="695960" cy="9936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FF94E6-DE8E-CA64-A7FC-F35A9E364009}"/>
              </a:ext>
            </a:extLst>
          </p:cNvPr>
          <p:cNvSpPr/>
          <p:nvPr/>
        </p:nvSpPr>
        <p:spPr>
          <a:xfrm>
            <a:off x="10752328" y="3854885"/>
            <a:ext cx="878840" cy="7875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5E82B4C-1787-B099-0379-7BD56AD29657}"/>
              </a:ext>
            </a:extLst>
          </p:cNvPr>
          <p:cNvSpPr/>
          <p:nvPr/>
        </p:nvSpPr>
        <p:spPr>
          <a:xfrm>
            <a:off x="7721600" y="5277286"/>
            <a:ext cx="3580384" cy="12759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CCB56AA-C8F6-CB6A-39E3-3C9FB57FAE93}"/>
              </a:ext>
            </a:extLst>
          </p:cNvPr>
          <p:cNvSpPr/>
          <p:nvPr/>
        </p:nvSpPr>
        <p:spPr>
          <a:xfrm>
            <a:off x="10569448" y="1482688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E67CE93-CA38-54D4-BD57-C6E4515EECB1}"/>
              </a:ext>
            </a:extLst>
          </p:cNvPr>
          <p:cNvCxnSpPr>
            <a:cxnSpLocks/>
            <a:stCxn id="49" idx="6"/>
            <a:endCxn id="45" idx="1"/>
          </p:cNvCxnSpPr>
          <p:nvPr/>
        </p:nvCxnSpPr>
        <p:spPr>
          <a:xfrm>
            <a:off x="10904728" y="1650328"/>
            <a:ext cx="1280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91B3A589-2F14-2405-EDB7-996BEA89A6F1}"/>
              </a:ext>
            </a:extLst>
          </p:cNvPr>
          <p:cNvSpPr/>
          <p:nvPr/>
        </p:nvSpPr>
        <p:spPr>
          <a:xfrm>
            <a:off x="10569448" y="2444495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B0000F-9CA2-6F81-87B6-31C3850824A3}"/>
              </a:ext>
            </a:extLst>
          </p:cNvPr>
          <p:cNvCxnSpPr>
            <a:cxnSpLocks/>
            <a:stCxn id="46" idx="1"/>
            <a:endCxn id="54" idx="6"/>
          </p:cNvCxnSpPr>
          <p:nvPr/>
        </p:nvCxnSpPr>
        <p:spPr>
          <a:xfrm flipH="1" flipV="1">
            <a:off x="10904728" y="2612135"/>
            <a:ext cx="128016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923BE22A-1A17-8709-7E5B-DD38F5D01FF4}"/>
              </a:ext>
            </a:extLst>
          </p:cNvPr>
          <p:cNvSpPr/>
          <p:nvPr/>
        </p:nvSpPr>
        <p:spPr>
          <a:xfrm>
            <a:off x="8983980" y="2326104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AA85EF2-CD7F-79DF-774D-EFF3F2D359F5}"/>
              </a:ext>
            </a:extLst>
          </p:cNvPr>
          <p:cNvCxnSpPr>
            <a:cxnSpLocks/>
            <a:stCxn id="43" idx="0"/>
            <a:endCxn id="59" idx="4"/>
          </p:cNvCxnSpPr>
          <p:nvPr/>
        </p:nvCxnSpPr>
        <p:spPr>
          <a:xfrm flipV="1">
            <a:off x="9151620" y="2661384"/>
            <a:ext cx="0" cy="112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44D449E1-8E25-3687-F853-2535AFD62893}"/>
              </a:ext>
            </a:extLst>
          </p:cNvPr>
          <p:cNvSpPr/>
          <p:nvPr/>
        </p:nvSpPr>
        <p:spPr>
          <a:xfrm>
            <a:off x="10332212" y="4081018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11</a:t>
            </a:r>
            <a:endParaRPr lang="en-ID" sz="1600" dirty="0">
              <a:solidFill>
                <a:schemeClr val="tx1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4CAD22A-EAC4-25E9-C512-B7D916221579}"/>
              </a:ext>
            </a:extLst>
          </p:cNvPr>
          <p:cNvCxnSpPr>
            <a:cxnSpLocks/>
            <a:stCxn id="63" idx="6"/>
            <a:endCxn id="47" idx="1"/>
          </p:cNvCxnSpPr>
          <p:nvPr/>
        </p:nvCxnSpPr>
        <p:spPr>
          <a:xfrm>
            <a:off x="10667492" y="4248658"/>
            <a:ext cx="848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D1EC8E9-98C8-6FB6-BED8-912B23798174}"/>
              </a:ext>
            </a:extLst>
          </p:cNvPr>
          <p:cNvCxnSpPr>
            <a:cxnSpLocks/>
            <a:stCxn id="84" idx="6"/>
            <a:endCxn id="44" idx="1"/>
          </p:cNvCxnSpPr>
          <p:nvPr/>
        </p:nvCxnSpPr>
        <p:spPr>
          <a:xfrm flipV="1">
            <a:off x="7252362" y="3483959"/>
            <a:ext cx="119901" cy="143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59D974DB-5B9F-406B-E539-B956EB08FB34}"/>
              </a:ext>
            </a:extLst>
          </p:cNvPr>
          <p:cNvSpPr/>
          <p:nvPr/>
        </p:nvSpPr>
        <p:spPr>
          <a:xfrm>
            <a:off x="7204623" y="5747603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12</a:t>
            </a:r>
            <a:endParaRPr lang="en-ID" sz="1600" dirty="0">
              <a:solidFill>
                <a:schemeClr val="tx1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0963EAB-D043-6C32-2FCF-CB287C681012}"/>
              </a:ext>
            </a:extLst>
          </p:cNvPr>
          <p:cNvCxnSpPr>
            <a:cxnSpLocks/>
            <a:stCxn id="72" idx="6"/>
            <a:endCxn id="48" idx="1"/>
          </p:cNvCxnSpPr>
          <p:nvPr/>
        </p:nvCxnSpPr>
        <p:spPr>
          <a:xfrm>
            <a:off x="7539903" y="5915243"/>
            <a:ext cx="18169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7B3E0988-6CEF-A0C1-D39B-D82D6394B8C2}"/>
              </a:ext>
            </a:extLst>
          </p:cNvPr>
          <p:cNvSpPr/>
          <p:nvPr/>
        </p:nvSpPr>
        <p:spPr>
          <a:xfrm>
            <a:off x="5025644" y="4398445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13</a:t>
            </a:r>
            <a:endParaRPr lang="en-ID" sz="1600" dirty="0">
              <a:solidFill>
                <a:schemeClr val="tx1"/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10344A0-8444-501C-DC55-25BA50AE34D2}"/>
              </a:ext>
            </a:extLst>
          </p:cNvPr>
          <p:cNvCxnSpPr>
            <a:cxnSpLocks/>
            <a:stCxn id="76" idx="6"/>
            <a:endCxn id="7" idx="1"/>
          </p:cNvCxnSpPr>
          <p:nvPr/>
        </p:nvCxnSpPr>
        <p:spPr>
          <a:xfrm>
            <a:off x="5360924" y="4566085"/>
            <a:ext cx="1559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3492E7B-E1D3-559A-003D-0F60E77C258C}"/>
              </a:ext>
            </a:extLst>
          </p:cNvPr>
          <p:cNvSpPr txBox="1">
            <a:spLocks/>
          </p:cNvSpPr>
          <p:nvPr/>
        </p:nvSpPr>
        <p:spPr>
          <a:xfrm>
            <a:off x="937939" y="1498799"/>
            <a:ext cx="4315461" cy="39703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dirty="0"/>
              <a:t>Power input 12V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Buck module 12V </a:t>
            </a:r>
            <a:r>
              <a:rPr lang="en-US" dirty="0">
                <a:sym typeface="Wingdings" panose="05000000000000000000" pitchFamily="2" charset="2"/>
              </a:rPr>
              <a:t> 5V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ym typeface="Wingdings" panose="05000000000000000000" pitchFamily="2" charset="2"/>
              </a:rPr>
              <a:t>Reverse voltage protection and 3V3 regulator</a:t>
            </a:r>
          </a:p>
          <a:p>
            <a:pPr marL="342900" indent="-342900">
              <a:buFont typeface="+mj-lt"/>
              <a:buAutoNum type="arabicParenR"/>
            </a:pPr>
            <a:r>
              <a:rPr lang="en-ID" dirty="0"/>
              <a:t>DAC</a:t>
            </a:r>
          </a:p>
          <a:p>
            <a:pPr marL="342900" indent="-342900">
              <a:buFont typeface="+mj-lt"/>
              <a:buAutoNum type="arabicParenR"/>
            </a:pPr>
            <a:r>
              <a:rPr lang="en-ID" dirty="0"/>
              <a:t>ADC</a:t>
            </a:r>
          </a:p>
          <a:p>
            <a:pPr marL="342900" indent="-342900">
              <a:buFont typeface="+mj-lt"/>
              <a:buAutoNum type="arabicParenR"/>
            </a:pPr>
            <a:r>
              <a:rPr lang="en-ID" dirty="0"/>
              <a:t>CAN with MCP2551</a:t>
            </a:r>
          </a:p>
          <a:p>
            <a:pPr marL="342900" indent="-342900">
              <a:buFont typeface="+mj-lt"/>
              <a:buAutoNum type="arabicParenR"/>
            </a:pPr>
            <a:r>
              <a:rPr lang="en-ID" dirty="0"/>
              <a:t>PWM</a:t>
            </a:r>
          </a:p>
          <a:p>
            <a:pPr marL="342900" indent="-342900">
              <a:buFont typeface="+mj-lt"/>
              <a:buAutoNum type="arabicParenR"/>
            </a:pPr>
            <a:r>
              <a:rPr lang="en-ID" dirty="0"/>
              <a:t>UART</a:t>
            </a:r>
          </a:p>
          <a:p>
            <a:pPr marL="342900" indent="-342900">
              <a:buFont typeface="+mj-lt"/>
              <a:buAutoNum type="arabicParenR"/>
            </a:pPr>
            <a:r>
              <a:rPr lang="en-ID" dirty="0"/>
              <a:t>MCU </a:t>
            </a:r>
            <a:r>
              <a:rPr lang="en-ID" dirty="0" err="1"/>
              <a:t>Nuvoton</a:t>
            </a:r>
            <a:r>
              <a:rPr lang="en-ID" dirty="0"/>
              <a:t> M467HJHAN</a:t>
            </a:r>
          </a:p>
          <a:p>
            <a:pPr marL="342900" indent="-342900">
              <a:buFont typeface="+mj-lt"/>
              <a:buAutoNum type="arabicParenR"/>
            </a:pPr>
            <a:r>
              <a:rPr lang="en-ID" dirty="0"/>
              <a:t>Reset button</a:t>
            </a:r>
          </a:p>
          <a:p>
            <a:pPr marL="342900" indent="-342900">
              <a:buFont typeface="+mj-lt"/>
              <a:buAutoNum type="arabicParenR"/>
            </a:pPr>
            <a:r>
              <a:rPr lang="en-ID" dirty="0"/>
              <a:t>USB</a:t>
            </a:r>
          </a:p>
          <a:p>
            <a:pPr marL="342900" indent="-342900">
              <a:buFont typeface="+mj-lt"/>
              <a:buAutoNum type="arabicParenR"/>
            </a:pPr>
            <a:r>
              <a:rPr lang="en-ID" dirty="0"/>
              <a:t>Relay</a:t>
            </a:r>
          </a:p>
          <a:p>
            <a:pPr marL="342900" indent="-342900">
              <a:buFont typeface="+mj-lt"/>
              <a:buAutoNum type="arabicParenR"/>
            </a:pPr>
            <a:r>
              <a:rPr lang="en-ID" dirty="0"/>
              <a:t>Ethernet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F1FDB84-2E05-AD49-B67F-3E64B65E976B}"/>
              </a:ext>
            </a:extLst>
          </p:cNvPr>
          <p:cNvSpPr/>
          <p:nvPr/>
        </p:nvSpPr>
        <p:spPr>
          <a:xfrm>
            <a:off x="7919720" y="1308971"/>
            <a:ext cx="960120" cy="6756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A4B15F0-CE8B-D057-ACB5-A113FDAE0B97}"/>
              </a:ext>
            </a:extLst>
          </p:cNvPr>
          <p:cNvSpPr/>
          <p:nvPr/>
        </p:nvSpPr>
        <p:spPr>
          <a:xfrm>
            <a:off x="6917082" y="3459661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10</a:t>
            </a:r>
            <a:endParaRPr lang="en-ID" sz="1600" dirty="0">
              <a:solidFill>
                <a:schemeClr val="tx1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09690D-9565-0E4A-1CC8-2A5F8CA5618F}"/>
              </a:ext>
            </a:extLst>
          </p:cNvPr>
          <p:cNvSpPr/>
          <p:nvPr/>
        </p:nvSpPr>
        <p:spPr>
          <a:xfrm>
            <a:off x="9035796" y="1482688"/>
            <a:ext cx="335280" cy="335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C449D6F-5EBA-DD00-D285-7B4F040441F5}"/>
              </a:ext>
            </a:extLst>
          </p:cNvPr>
          <p:cNvCxnSpPr>
            <a:cxnSpLocks/>
            <a:stCxn id="86" idx="2"/>
            <a:endCxn id="83" idx="3"/>
          </p:cNvCxnSpPr>
          <p:nvPr/>
        </p:nvCxnSpPr>
        <p:spPr>
          <a:xfrm flipH="1" flipV="1">
            <a:off x="8879840" y="1646791"/>
            <a:ext cx="155956" cy="35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214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42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 .</dc:creator>
  <cp:lastModifiedBy>rai .</cp:lastModifiedBy>
  <cp:revision>1</cp:revision>
  <dcterms:created xsi:type="dcterms:W3CDTF">2026-04-27T05:44:26Z</dcterms:created>
  <dcterms:modified xsi:type="dcterms:W3CDTF">2026-04-27T08:02:58Z</dcterms:modified>
</cp:coreProperties>
</file>